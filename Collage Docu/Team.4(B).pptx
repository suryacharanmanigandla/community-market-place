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672" r:id="rId3"/>
  </p:sldMasterIdLst>
  <p:notesMasterIdLst>
    <p:notesMasterId r:id="rId17"/>
  </p:notesMasterIdLst>
  <p:sldIdLst>
    <p:sldId id="355" r:id="rId4"/>
    <p:sldId id="366" r:id="rId5"/>
    <p:sldId id="363" r:id="rId6"/>
    <p:sldId id="358" r:id="rId7"/>
    <p:sldId id="356" r:id="rId8"/>
    <p:sldId id="365" r:id="rId9"/>
    <p:sldId id="380" r:id="rId10"/>
    <p:sldId id="386" r:id="rId11"/>
    <p:sldId id="385" r:id="rId12"/>
    <p:sldId id="360" r:id="rId13"/>
    <p:sldId id="262" r:id="rId14"/>
    <p:sldId id="320" r:id="rId15"/>
    <p:sldId id="3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a Waite" initials="EW" lastIdx="2" clrIdx="0">
    <p:extLst>
      <p:ext uri="{19B8F6BF-5375-455C-9EA6-DF929625EA0E}">
        <p15:presenceInfo xmlns:p15="http://schemas.microsoft.com/office/powerpoint/2012/main" userId="c568693182780e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7F85"/>
    <a:srgbClr val="3C636A"/>
    <a:srgbClr val="19444A"/>
    <a:srgbClr val="A8C1C2"/>
    <a:srgbClr val="67A9B3"/>
    <a:srgbClr val="E4EFED"/>
    <a:srgbClr val="58A0A5"/>
    <a:srgbClr val="D5DFDD"/>
    <a:srgbClr val="A13427"/>
    <a:srgbClr val="E0E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8" autoAdjust="0"/>
    <p:restoredTop sz="93639" autoAdjust="0"/>
  </p:normalViewPr>
  <p:slideViewPr>
    <p:cSldViewPr snapToGrid="0" snapToObjects="1">
      <p:cViewPr varScale="1">
        <p:scale>
          <a:sx n="85" d="100"/>
          <a:sy n="85" d="100"/>
        </p:scale>
        <p:origin x="504" y="5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FA0F6C-86EF-438A-B026-7C0284927A52}" type="doc">
      <dgm:prSet loTypeId="urn:microsoft.com/office/officeart/2008/layout/LinedList" loCatId="list" qsTypeId="urn:microsoft.com/office/officeart/2005/8/quickstyle/3d2" qsCatId="3D" csTypeId="urn:microsoft.com/office/officeart/2005/8/colors/accent1_2" csCatId="accent1"/>
      <dgm:spPr/>
      <dgm:t>
        <a:bodyPr/>
        <a:lstStyle/>
        <a:p>
          <a:endParaRPr lang="en-IN"/>
        </a:p>
      </dgm:t>
    </dgm:pt>
    <dgm:pt modelId="{47C1D06B-025F-4889-8C65-123C4D1B048E}">
      <dgm:prSet/>
      <dgm:spPr/>
      <dgm:t>
        <a:bodyPr/>
        <a:lstStyle/>
        <a:p>
          <a:r>
            <a:rPr lang="en-US" b="1" i="0" dirty="0"/>
            <a:t>Addressed Key Problems:</a:t>
          </a:r>
          <a:r>
            <a:rPr lang="en-US" i="0" dirty="0"/>
            <a:t> Proposed solutions effectively tackle high grocery costs, vendor inefficiencies, and lack of a group buying platform.</a:t>
          </a:r>
          <a:endParaRPr lang="en-IN" dirty="0"/>
        </a:p>
      </dgm:t>
    </dgm:pt>
    <dgm:pt modelId="{9688490A-44A9-4C55-8874-5F4E280CA968}" type="parTrans" cxnId="{6A426086-87F6-4299-81F8-C88FCD7B9DCE}">
      <dgm:prSet/>
      <dgm:spPr/>
      <dgm:t>
        <a:bodyPr/>
        <a:lstStyle/>
        <a:p>
          <a:endParaRPr lang="en-IN"/>
        </a:p>
      </dgm:t>
    </dgm:pt>
    <dgm:pt modelId="{2704D83F-6ABF-47CB-A609-830040308F62}" type="sibTrans" cxnId="{6A426086-87F6-4299-81F8-C88FCD7B9DCE}">
      <dgm:prSet/>
      <dgm:spPr/>
      <dgm:t>
        <a:bodyPr/>
        <a:lstStyle/>
        <a:p>
          <a:endParaRPr lang="en-IN"/>
        </a:p>
      </dgm:t>
    </dgm:pt>
    <dgm:pt modelId="{1D27044B-0128-4D31-A3CF-6D50C8ADE08A}">
      <dgm:prSet/>
      <dgm:spPr/>
      <dgm:t>
        <a:bodyPr/>
        <a:lstStyle/>
        <a:p>
          <a:r>
            <a:rPr lang="en-US" b="1" i="0"/>
            <a:t>Achieved Goals:</a:t>
          </a:r>
          <a:r>
            <a:rPr lang="en-US" i="0"/>
            <a:t> Successfully outlined a bulk ordering model, vendor onboarding, logistics solutions, and community engagement strategies.</a:t>
          </a:r>
          <a:endParaRPr lang="en-IN"/>
        </a:p>
      </dgm:t>
    </dgm:pt>
    <dgm:pt modelId="{E1430906-A7F7-491E-967F-5C0730644BBD}" type="parTrans" cxnId="{B331A298-8386-4F28-8658-32E87FA249D8}">
      <dgm:prSet/>
      <dgm:spPr/>
      <dgm:t>
        <a:bodyPr/>
        <a:lstStyle/>
        <a:p>
          <a:endParaRPr lang="en-IN"/>
        </a:p>
      </dgm:t>
    </dgm:pt>
    <dgm:pt modelId="{A5F4E6C5-D3EF-439B-AE00-00A362A91534}" type="sibTrans" cxnId="{B331A298-8386-4F28-8658-32E87FA249D8}">
      <dgm:prSet/>
      <dgm:spPr/>
      <dgm:t>
        <a:bodyPr/>
        <a:lstStyle/>
        <a:p>
          <a:endParaRPr lang="en-IN"/>
        </a:p>
      </dgm:t>
    </dgm:pt>
    <dgm:pt modelId="{6E47CB5A-70E9-4C10-B746-B3EA1AB51F4C}">
      <dgm:prSet/>
      <dgm:spPr/>
      <dgm:t>
        <a:bodyPr/>
        <a:lstStyle/>
        <a:p>
          <a:r>
            <a:rPr lang="en-US" b="1" i="0"/>
            <a:t>Benefits Realized:</a:t>
          </a:r>
          <a:r>
            <a:rPr lang="en-US" i="0"/>
            <a:t> Demonstrated potential for significant cost savings, increased sales, enhanced community engagement, and streamlined logistics.</a:t>
          </a:r>
          <a:endParaRPr lang="en-IN"/>
        </a:p>
      </dgm:t>
    </dgm:pt>
    <dgm:pt modelId="{21F2A9B4-7B98-4E98-9631-5D87CAB737B1}" type="parTrans" cxnId="{E29001A6-709E-493D-8AAE-9776F00C293B}">
      <dgm:prSet/>
      <dgm:spPr/>
      <dgm:t>
        <a:bodyPr/>
        <a:lstStyle/>
        <a:p>
          <a:endParaRPr lang="en-IN"/>
        </a:p>
      </dgm:t>
    </dgm:pt>
    <dgm:pt modelId="{BEE95C95-8C34-45DF-9F34-BB876F550757}" type="sibTrans" cxnId="{E29001A6-709E-493D-8AAE-9776F00C293B}">
      <dgm:prSet/>
      <dgm:spPr/>
      <dgm:t>
        <a:bodyPr/>
        <a:lstStyle/>
        <a:p>
          <a:endParaRPr lang="en-IN"/>
        </a:p>
      </dgm:t>
    </dgm:pt>
    <dgm:pt modelId="{D5B814F6-FB8C-4CA2-891E-2D00BCAE854E}">
      <dgm:prSet/>
      <dgm:spPr/>
      <dgm:t>
        <a:bodyPr/>
        <a:lstStyle/>
        <a:p>
          <a:r>
            <a:rPr lang="en-US" b="1" i="0"/>
            <a:t>Future Work:</a:t>
          </a:r>
          <a:r>
            <a:rPr lang="en-US" i="0"/>
            <a:t> Plan for pilot testing, scalability, continuous improvement, and strategic partnerships to expand the platform.</a:t>
          </a:r>
          <a:endParaRPr lang="en-IN"/>
        </a:p>
      </dgm:t>
    </dgm:pt>
    <dgm:pt modelId="{D7FACB6D-8E40-437B-9BAE-407315AFAA50}" type="parTrans" cxnId="{B7CA9919-D06B-4C1F-96F5-AB724AE21DC7}">
      <dgm:prSet/>
      <dgm:spPr/>
      <dgm:t>
        <a:bodyPr/>
        <a:lstStyle/>
        <a:p>
          <a:endParaRPr lang="en-IN"/>
        </a:p>
      </dgm:t>
    </dgm:pt>
    <dgm:pt modelId="{7E5FAB7F-CF69-45FB-899B-2BEEDB51F733}" type="sibTrans" cxnId="{B7CA9919-D06B-4C1F-96F5-AB724AE21DC7}">
      <dgm:prSet/>
      <dgm:spPr/>
      <dgm:t>
        <a:bodyPr/>
        <a:lstStyle/>
        <a:p>
          <a:endParaRPr lang="en-IN"/>
        </a:p>
      </dgm:t>
    </dgm:pt>
    <dgm:pt modelId="{A2098DC0-0632-49FC-842D-10EDC3B12397}">
      <dgm:prSet/>
      <dgm:spPr/>
      <dgm:t>
        <a:bodyPr/>
        <a:lstStyle/>
        <a:p>
          <a:r>
            <a:rPr lang="en-US" b="1" i="0"/>
            <a:t>Call to Action:</a:t>
          </a:r>
          <a:r>
            <a:rPr lang="en-US" i="0"/>
            <a:t> Encourage stakeholders to join the initiative to create a more efficient and community-driven grocery marketplace.</a:t>
          </a:r>
          <a:endParaRPr lang="en-IN"/>
        </a:p>
      </dgm:t>
    </dgm:pt>
    <dgm:pt modelId="{9B1B736A-B544-450C-B331-479A3514DF28}" type="parTrans" cxnId="{64A172E9-C844-41FC-A28F-C14D39F72B5B}">
      <dgm:prSet/>
      <dgm:spPr/>
      <dgm:t>
        <a:bodyPr/>
        <a:lstStyle/>
        <a:p>
          <a:endParaRPr lang="en-IN"/>
        </a:p>
      </dgm:t>
    </dgm:pt>
    <dgm:pt modelId="{18A5D441-0BDE-4559-93EB-6F3B2268FB37}" type="sibTrans" cxnId="{64A172E9-C844-41FC-A28F-C14D39F72B5B}">
      <dgm:prSet/>
      <dgm:spPr/>
      <dgm:t>
        <a:bodyPr/>
        <a:lstStyle/>
        <a:p>
          <a:endParaRPr lang="en-IN"/>
        </a:p>
      </dgm:t>
    </dgm:pt>
    <dgm:pt modelId="{1E56DA38-653F-4E3E-AE02-6042A83F3EB7}" type="pres">
      <dgm:prSet presAssocID="{25FA0F6C-86EF-438A-B026-7C0284927A52}" presName="vert0" presStyleCnt="0">
        <dgm:presLayoutVars>
          <dgm:dir/>
          <dgm:animOne val="branch"/>
          <dgm:animLvl val="lvl"/>
        </dgm:presLayoutVars>
      </dgm:prSet>
      <dgm:spPr/>
    </dgm:pt>
    <dgm:pt modelId="{3AE6A9A5-74AC-4D1A-900E-77E116A8B613}" type="pres">
      <dgm:prSet presAssocID="{47C1D06B-025F-4889-8C65-123C4D1B048E}" presName="thickLine" presStyleLbl="alignNode1" presStyleIdx="0" presStyleCnt="5"/>
      <dgm:spPr/>
    </dgm:pt>
    <dgm:pt modelId="{BCD1860D-A3DA-42BC-9D8B-AA64CBC8759E}" type="pres">
      <dgm:prSet presAssocID="{47C1D06B-025F-4889-8C65-123C4D1B048E}" presName="horz1" presStyleCnt="0"/>
      <dgm:spPr/>
    </dgm:pt>
    <dgm:pt modelId="{27AC9909-9043-494E-A50A-0CC78200A831}" type="pres">
      <dgm:prSet presAssocID="{47C1D06B-025F-4889-8C65-123C4D1B048E}" presName="tx1" presStyleLbl="revTx" presStyleIdx="0" presStyleCnt="5"/>
      <dgm:spPr/>
    </dgm:pt>
    <dgm:pt modelId="{3369E4EF-35AF-487E-BC77-9F30E52B3AA8}" type="pres">
      <dgm:prSet presAssocID="{47C1D06B-025F-4889-8C65-123C4D1B048E}" presName="vert1" presStyleCnt="0"/>
      <dgm:spPr/>
    </dgm:pt>
    <dgm:pt modelId="{5DF09B67-165D-4E6D-B7F3-02F162EA7AAE}" type="pres">
      <dgm:prSet presAssocID="{1D27044B-0128-4D31-A3CF-6D50C8ADE08A}" presName="thickLine" presStyleLbl="alignNode1" presStyleIdx="1" presStyleCnt="5"/>
      <dgm:spPr/>
    </dgm:pt>
    <dgm:pt modelId="{D4762059-0D50-4279-B469-7626AA7D62AD}" type="pres">
      <dgm:prSet presAssocID="{1D27044B-0128-4D31-A3CF-6D50C8ADE08A}" presName="horz1" presStyleCnt="0"/>
      <dgm:spPr/>
    </dgm:pt>
    <dgm:pt modelId="{D9B3420A-4517-44C8-A1A6-45AD10939292}" type="pres">
      <dgm:prSet presAssocID="{1D27044B-0128-4D31-A3CF-6D50C8ADE08A}" presName="tx1" presStyleLbl="revTx" presStyleIdx="1" presStyleCnt="5"/>
      <dgm:spPr/>
    </dgm:pt>
    <dgm:pt modelId="{FFF351DE-9830-425E-93CC-ED80A8DA60CF}" type="pres">
      <dgm:prSet presAssocID="{1D27044B-0128-4D31-A3CF-6D50C8ADE08A}" presName="vert1" presStyleCnt="0"/>
      <dgm:spPr/>
    </dgm:pt>
    <dgm:pt modelId="{B6F2E24D-F8D5-439D-ACA6-8FB56C422D57}" type="pres">
      <dgm:prSet presAssocID="{6E47CB5A-70E9-4C10-B746-B3EA1AB51F4C}" presName="thickLine" presStyleLbl="alignNode1" presStyleIdx="2" presStyleCnt="5"/>
      <dgm:spPr/>
    </dgm:pt>
    <dgm:pt modelId="{0BFA9927-B432-497F-9DA6-1CC663C5B95B}" type="pres">
      <dgm:prSet presAssocID="{6E47CB5A-70E9-4C10-B746-B3EA1AB51F4C}" presName="horz1" presStyleCnt="0"/>
      <dgm:spPr/>
    </dgm:pt>
    <dgm:pt modelId="{EE42DE44-2BFF-45CD-B46A-36FF8CA30598}" type="pres">
      <dgm:prSet presAssocID="{6E47CB5A-70E9-4C10-B746-B3EA1AB51F4C}" presName="tx1" presStyleLbl="revTx" presStyleIdx="2" presStyleCnt="5"/>
      <dgm:spPr/>
    </dgm:pt>
    <dgm:pt modelId="{A0D15CB3-E632-4891-88EA-3EBD6977219E}" type="pres">
      <dgm:prSet presAssocID="{6E47CB5A-70E9-4C10-B746-B3EA1AB51F4C}" presName="vert1" presStyleCnt="0"/>
      <dgm:spPr/>
    </dgm:pt>
    <dgm:pt modelId="{A1EFEB6B-21DD-406E-8029-708FCFF53375}" type="pres">
      <dgm:prSet presAssocID="{D5B814F6-FB8C-4CA2-891E-2D00BCAE854E}" presName="thickLine" presStyleLbl="alignNode1" presStyleIdx="3" presStyleCnt="5"/>
      <dgm:spPr/>
    </dgm:pt>
    <dgm:pt modelId="{F0309DB8-B52B-4EDE-8026-395338B1A9C1}" type="pres">
      <dgm:prSet presAssocID="{D5B814F6-FB8C-4CA2-891E-2D00BCAE854E}" presName="horz1" presStyleCnt="0"/>
      <dgm:spPr/>
    </dgm:pt>
    <dgm:pt modelId="{806BE331-508D-4147-8C9D-3A585A48913E}" type="pres">
      <dgm:prSet presAssocID="{D5B814F6-FB8C-4CA2-891E-2D00BCAE854E}" presName="tx1" presStyleLbl="revTx" presStyleIdx="3" presStyleCnt="5"/>
      <dgm:spPr/>
    </dgm:pt>
    <dgm:pt modelId="{8ED64AC2-7F9B-41AF-9E0B-EEA303B1456A}" type="pres">
      <dgm:prSet presAssocID="{D5B814F6-FB8C-4CA2-891E-2D00BCAE854E}" presName="vert1" presStyleCnt="0"/>
      <dgm:spPr/>
    </dgm:pt>
    <dgm:pt modelId="{1649A8C0-7AA9-421B-8DDF-11E7AEBE605C}" type="pres">
      <dgm:prSet presAssocID="{A2098DC0-0632-49FC-842D-10EDC3B12397}" presName="thickLine" presStyleLbl="alignNode1" presStyleIdx="4" presStyleCnt="5"/>
      <dgm:spPr/>
    </dgm:pt>
    <dgm:pt modelId="{0BBBE266-1123-430E-B7F0-0655B28D93B3}" type="pres">
      <dgm:prSet presAssocID="{A2098DC0-0632-49FC-842D-10EDC3B12397}" presName="horz1" presStyleCnt="0"/>
      <dgm:spPr/>
    </dgm:pt>
    <dgm:pt modelId="{A3593262-AFF7-4CAD-9EAE-CBE91A70F884}" type="pres">
      <dgm:prSet presAssocID="{A2098DC0-0632-49FC-842D-10EDC3B12397}" presName="tx1" presStyleLbl="revTx" presStyleIdx="4" presStyleCnt="5"/>
      <dgm:spPr/>
    </dgm:pt>
    <dgm:pt modelId="{8D033D7C-60CD-4F08-954F-29B8AB633916}" type="pres">
      <dgm:prSet presAssocID="{A2098DC0-0632-49FC-842D-10EDC3B12397}" presName="vert1" presStyleCnt="0"/>
      <dgm:spPr/>
    </dgm:pt>
  </dgm:ptLst>
  <dgm:cxnLst>
    <dgm:cxn modelId="{B7CA9919-D06B-4C1F-96F5-AB724AE21DC7}" srcId="{25FA0F6C-86EF-438A-B026-7C0284927A52}" destId="{D5B814F6-FB8C-4CA2-891E-2D00BCAE854E}" srcOrd="3" destOrd="0" parTransId="{D7FACB6D-8E40-437B-9BAE-407315AFAA50}" sibTransId="{7E5FAB7F-CF69-45FB-899B-2BEEDB51F733}"/>
    <dgm:cxn modelId="{30BB5338-0D31-4202-B16F-62FC54B716A0}" type="presOf" srcId="{6E47CB5A-70E9-4C10-B746-B3EA1AB51F4C}" destId="{EE42DE44-2BFF-45CD-B46A-36FF8CA30598}" srcOrd="0" destOrd="0" presId="urn:microsoft.com/office/officeart/2008/layout/LinedList"/>
    <dgm:cxn modelId="{F1200540-E801-43A2-B423-F50BC5FA8E8D}" type="presOf" srcId="{1D27044B-0128-4D31-A3CF-6D50C8ADE08A}" destId="{D9B3420A-4517-44C8-A1A6-45AD10939292}" srcOrd="0" destOrd="0" presId="urn:microsoft.com/office/officeart/2008/layout/LinedList"/>
    <dgm:cxn modelId="{397C3750-2E90-4816-BC72-2C395CFDDBDA}" type="presOf" srcId="{A2098DC0-0632-49FC-842D-10EDC3B12397}" destId="{A3593262-AFF7-4CAD-9EAE-CBE91A70F884}" srcOrd="0" destOrd="0" presId="urn:microsoft.com/office/officeart/2008/layout/LinedList"/>
    <dgm:cxn modelId="{6A426086-87F6-4299-81F8-C88FCD7B9DCE}" srcId="{25FA0F6C-86EF-438A-B026-7C0284927A52}" destId="{47C1D06B-025F-4889-8C65-123C4D1B048E}" srcOrd="0" destOrd="0" parTransId="{9688490A-44A9-4C55-8874-5F4E280CA968}" sibTransId="{2704D83F-6ABF-47CB-A609-830040308F62}"/>
    <dgm:cxn modelId="{B331A298-8386-4F28-8658-32E87FA249D8}" srcId="{25FA0F6C-86EF-438A-B026-7C0284927A52}" destId="{1D27044B-0128-4D31-A3CF-6D50C8ADE08A}" srcOrd="1" destOrd="0" parTransId="{E1430906-A7F7-491E-967F-5C0730644BBD}" sibTransId="{A5F4E6C5-D3EF-439B-AE00-00A362A91534}"/>
    <dgm:cxn modelId="{E29001A6-709E-493D-8AAE-9776F00C293B}" srcId="{25FA0F6C-86EF-438A-B026-7C0284927A52}" destId="{6E47CB5A-70E9-4C10-B746-B3EA1AB51F4C}" srcOrd="2" destOrd="0" parTransId="{21F2A9B4-7B98-4E98-9631-5D87CAB737B1}" sibTransId="{BEE95C95-8C34-45DF-9F34-BB876F550757}"/>
    <dgm:cxn modelId="{FC8653A9-0E1F-4AB2-A9D9-D0E27708443D}" type="presOf" srcId="{25FA0F6C-86EF-438A-B026-7C0284927A52}" destId="{1E56DA38-653F-4E3E-AE02-6042A83F3EB7}" srcOrd="0" destOrd="0" presId="urn:microsoft.com/office/officeart/2008/layout/LinedList"/>
    <dgm:cxn modelId="{81BAF8BD-2EC4-4654-9B25-A45904032E4A}" type="presOf" srcId="{47C1D06B-025F-4889-8C65-123C4D1B048E}" destId="{27AC9909-9043-494E-A50A-0CC78200A831}" srcOrd="0" destOrd="0" presId="urn:microsoft.com/office/officeart/2008/layout/LinedList"/>
    <dgm:cxn modelId="{1F1DBFD3-1CF2-4502-B9D3-7FFF7533B7DA}" type="presOf" srcId="{D5B814F6-FB8C-4CA2-891E-2D00BCAE854E}" destId="{806BE331-508D-4147-8C9D-3A585A48913E}" srcOrd="0" destOrd="0" presId="urn:microsoft.com/office/officeart/2008/layout/LinedList"/>
    <dgm:cxn modelId="{64A172E9-C844-41FC-A28F-C14D39F72B5B}" srcId="{25FA0F6C-86EF-438A-B026-7C0284927A52}" destId="{A2098DC0-0632-49FC-842D-10EDC3B12397}" srcOrd="4" destOrd="0" parTransId="{9B1B736A-B544-450C-B331-479A3514DF28}" sibTransId="{18A5D441-0BDE-4559-93EB-6F3B2268FB37}"/>
    <dgm:cxn modelId="{127290F8-DD44-4413-9A22-8BEDEC2E5430}" type="presParOf" srcId="{1E56DA38-653F-4E3E-AE02-6042A83F3EB7}" destId="{3AE6A9A5-74AC-4D1A-900E-77E116A8B613}" srcOrd="0" destOrd="0" presId="urn:microsoft.com/office/officeart/2008/layout/LinedList"/>
    <dgm:cxn modelId="{9C96E15B-4838-4E9D-82AC-D56F64809497}" type="presParOf" srcId="{1E56DA38-653F-4E3E-AE02-6042A83F3EB7}" destId="{BCD1860D-A3DA-42BC-9D8B-AA64CBC8759E}" srcOrd="1" destOrd="0" presId="urn:microsoft.com/office/officeart/2008/layout/LinedList"/>
    <dgm:cxn modelId="{EA72EDBD-1B6A-4AE3-B65A-0B2CB9958569}" type="presParOf" srcId="{BCD1860D-A3DA-42BC-9D8B-AA64CBC8759E}" destId="{27AC9909-9043-494E-A50A-0CC78200A831}" srcOrd="0" destOrd="0" presId="urn:microsoft.com/office/officeart/2008/layout/LinedList"/>
    <dgm:cxn modelId="{120D7954-ABBC-4291-92C1-17AE071B7B93}" type="presParOf" srcId="{BCD1860D-A3DA-42BC-9D8B-AA64CBC8759E}" destId="{3369E4EF-35AF-487E-BC77-9F30E52B3AA8}" srcOrd="1" destOrd="0" presId="urn:microsoft.com/office/officeart/2008/layout/LinedList"/>
    <dgm:cxn modelId="{239024B6-BFF5-4FB3-94A9-E5BA05987083}" type="presParOf" srcId="{1E56DA38-653F-4E3E-AE02-6042A83F3EB7}" destId="{5DF09B67-165D-4E6D-B7F3-02F162EA7AAE}" srcOrd="2" destOrd="0" presId="urn:microsoft.com/office/officeart/2008/layout/LinedList"/>
    <dgm:cxn modelId="{57AB1869-B3C4-49AC-ADE2-0D2F0E62F8B1}" type="presParOf" srcId="{1E56DA38-653F-4E3E-AE02-6042A83F3EB7}" destId="{D4762059-0D50-4279-B469-7626AA7D62AD}" srcOrd="3" destOrd="0" presId="urn:microsoft.com/office/officeart/2008/layout/LinedList"/>
    <dgm:cxn modelId="{E2A707EF-8EA1-4A6E-A4BE-E70E5EDBACAD}" type="presParOf" srcId="{D4762059-0D50-4279-B469-7626AA7D62AD}" destId="{D9B3420A-4517-44C8-A1A6-45AD10939292}" srcOrd="0" destOrd="0" presId="urn:microsoft.com/office/officeart/2008/layout/LinedList"/>
    <dgm:cxn modelId="{F0AE3262-6505-4FBB-AB39-D07AB01FEEB3}" type="presParOf" srcId="{D4762059-0D50-4279-B469-7626AA7D62AD}" destId="{FFF351DE-9830-425E-93CC-ED80A8DA60CF}" srcOrd="1" destOrd="0" presId="urn:microsoft.com/office/officeart/2008/layout/LinedList"/>
    <dgm:cxn modelId="{D47BCD42-60CF-4DC2-B322-C27B7B371DD4}" type="presParOf" srcId="{1E56DA38-653F-4E3E-AE02-6042A83F3EB7}" destId="{B6F2E24D-F8D5-439D-ACA6-8FB56C422D57}" srcOrd="4" destOrd="0" presId="urn:microsoft.com/office/officeart/2008/layout/LinedList"/>
    <dgm:cxn modelId="{0BE78140-CA78-4C8E-A1B2-F27ADE643FE3}" type="presParOf" srcId="{1E56DA38-653F-4E3E-AE02-6042A83F3EB7}" destId="{0BFA9927-B432-497F-9DA6-1CC663C5B95B}" srcOrd="5" destOrd="0" presId="urn:microsoft.com/office/officeart/2008/layout/LinedList"/>
    <dgm:cxn modelId="{948AE03A-0AD0-4D18-9F86-96484C6CA5A0}" type="presParOf" srcId="{0BFA9927-B432-497F-9DA6-1CC663C5B95B}" destId="{EE42DE44-2BFF-45CD-B46A-36FF8CA30598}" srcOrd="0" destOrd="0" presId="urn:microsoft.com/office/officeart/2008/layout/LinedList"/>
    <dgm:cxn modelId="{C4DE812A-1AAA-4876-93E5-055A991DEF28}" type="presParOf" srcId="{0BFA9927-B432-497F-9DA6-1CC663C5B95B}" destId="{A0D15CB3-E632-4891-88EA-3EBD6977219E}" srcOrd="1" destOrd="0" presId="urn:microsoft.com/office/officeart/2008/layout/LinedList"/>
    <dgm:cxn modelId="{6DAC966C-4AC1-4A9D-A1E9-959488E62A7F}" type="presParOf" srcId="{1E56DA38-653F-4E3E-AE02-6042A83F3EB7}" destId="{A1EFEB6B-21DD-406E-8029-708FCFF53375}" srcOrd="6" destOrd="0" presId="urn:microsoft.com/office/officeart/2008/layout/LinedList"/>
    <dgm:cxn modelId="{4AE419E2-2D02-4B74-839C-8AB4C42130DE}" type="presParOf" srcId="{1E56DA38-653F-4E3E-AE02-6042A83F3EB7}" destId="{F0309DB8-B52B-4EDE-8026-395338B1A9C1}" srcOrd="7" destOrd="0" presId="urn:microsoft.com/office/officeart/2008/layout/LinedList"/>
    <dgm:cxn modelId="{906A2EC5-40A2-484B-9B5D-32D1270455A4}" type="presParOf" srcId="{F0309DB8-B52B-4EDE-8026-395338B1A9C1}" destId="{806BE331-508D-4147-8C9D-3A585A48913E}" srcOrd="0" destOrd="0" presId="urn:microsoft.com/office/officeart/2008/layout/LinedList"/>
    <dgm:cxn modelId="{61D11CEE-7B96-4195-92E2-C0DC2519ADA4}" type="presParOf" srcId="{F0309DB8-B52B-4EDE-8026-395338B1A9C1}" destId="{8ED64AC2-7F9B-41AF-9E0B-EEA303B1456A}" srcOrd="1" destOrd="0" presId="urn:microsoft.com/office/officeart/2008/layout/LinedList"/>
    <dgm:cxn modelId="{96BAF6F2-003F-430E-97AC-E7F16900E634}" type="presParOf" srcId="{1E56DA38-653F-4E3E-AE02-6042A83F3EB7}" destId="{1649A8C0-7AA9-421B-8DDF-11E7AEBE605C}" srcOrd="8" destOrd="0" presId="urn:microsoft.com/office/officeart/2008/layout/LinedList"/>
    <dgm:cxn modelId="{4F878983-E183-4BB9-84E4-3C2580A7DA84}" type="presParOf" srcId="{1E56DA38-653F-4E3E-AE02-6042A83F3EB7}" destId="{0BBBE266-1123-430E-B7F0-0655B28D93B3}" srcOrd="9" destOrd="0" presId="urn:microsoft.com/office/officeart/2008/layout/LinedList"/>
    <dgm:cxn modelId="{46EE1FE6-24F2-4EE8-89C9-46184C694916}" type="presParOf" srcId="{0BBBE266-1123-430E-B7F0-0655B28D93B3}" destId="{A3593262-AFF7-4CAD-9EAE-CBE91A70F884}" srcOrd="0" destOrd="0" presId="urn:microsoft.com/office/officeart/2008/layout/LinedList"/>
    <dgm:cxn modelId="{991EB09D-E76F-4198-9372-5F0F0F5DB4CD}" type="presParOf" srcId="{0BBBE266-1123-430E-B7F0-0655B28D93B3}" destId="{8D033D7C-60CD-4F08-954F-29B8AB633916}"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E6A9A5-74AC-4D1A-900E-77E116A8B613}">
      <dsp:nvSpPr>
        <dsp:cNvPr id="0" name=""/>
        <dsp:cNvSpPr/>
      </dsp:nvSpPr>
      <dsp:spPr>
        <a:xfrm>
          <a:off x="0" y="634"/>
          <a:ext cx="6176682"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7AC9909-9043-494E-A50A-0CC78200A831}">
      <dsp:nvSpPr>
        <dsp:cNvPr id="0" name=""/>
        <dsp:cNvSpPr/>
      </dsp:nvSpPr>
      <dsp:spPr>
        <a:xfrm>
          <a:off x="0" y="634"/>
          <a:ext cx="6176682" cy="1039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dirty="0"/>
            <a:t>Addressed Key Problems:</a:t>
          </a:r>
          <a:r>
            <a:rPr lang="en-US" sz="2100" i="0" kern="1200" dirty="0"/>
            <a:t> Proposed solutions effectively tackle high grocery costs, vendor inefficiencies, and lack of a group buying platform.</a:t>
          </a:r>
          <a:endParaRPr lang="en-IN" sz="2100" kern="1200" dirty="0"/>
        </a:p>
      </dsp:txBody>
      <dsp:txXfrm>
        <a:off x="0" y="634"/>
        <a:ext cx="6176682" cy="1039261"/>
      </dsp:txXfrm>
    </dsp:sp>
    <dsp:sp modelId="{5DF09B67-165D-4E6D-B7F3-02F162EA7AAE}">
      <dsp:nvSpPr>
        <dsp:cNvPr id="0" name=""/>
        <dsp:cNvSpPr/>
      </dsp:nvSpPr>
      <dsp:spPr>
        <a:xfrm>
          <a:off x="0" y="1039896"/>
          <a:ext cx="6176682"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9B3420A-4517-44C8-A1A6-45AD10939292}">
      <dsp:nvSpPr>
        <dsp:cNvPr id="0" name=""/>
        <dsp:cNvSpPr/>
      </dsp:nvSpPr>
      <dsp:spPr>
        <a:xfrm>
          <a:off x="0" y="1039896"/>
          <a:ext cx="6176682" cy="1039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Achieved Goals:</a:t>
          </a:r>
          <a:r>
            <a:rPr lang="en-US" sz="2100" i="0" kern="1200"/>
            <a:t> Successfully outlined a bulk ordering model, vendor onboarding, logistics solutions, and community engagement strategies.</a:t>
          </a:r>
          <a:endParaRPr lang="en-IN" sz="2100" kern="1200"/>
        </a:p>
      </dsp:txBody>
      <dsp:txXfrm>
        <a:off x="0" y="1039896"/>
        <a:ext cx="6176682" cy="1039261"/>
      </dsp:txXfrm>
    </dsp:sp>
    <dsp:sp modelId="{B6F2E24D-F8D5-439D-ACA6-8FB56C422D57}">
      <dsp:nvSpPr>
        <dsp:cNvPr id="0" name=""/>
        <dsp:cNvSpPr/>
      </dsp:nvSpPr>
      <dsp:spPr>
        <a:xfrm>
          <a:off x="0" y="2079157"/>
          <a:ext cx="6176682"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E42DE44-2BFF-45CD-B46A-36FF8CA30598}">
      <dsp:nvSpPr>
        <dsp:cNvPr id="0" name=""/>
        <dsp:cNvSpPr/>
      </dsp:nvSpPr>
      <dsp:spPr>
        <a:xfrm>
          <a:off x="0" y="2079157"/>
          <a:ext cx="6176682" cy="1039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Benefits Realized:</a:t>
          </a:r>
          <a:r>
            <a:rPr lang="en-US" sz="2100" i="0" kern="1200"/>
            <a:t> Demonstrated potential for significant cost savings, increased sales, enhanced community engagement, and streamlined logistics.</a:t>
          </a:r>
          <a:endParaRPr lang="en-IN" sz="2100" kern="1200"/>
        </a:p>
      </dsp:txBody>
      <dsp:txXfrm>
        <a:off x="0" y="2079157"/>
        <a:ext cx="6176682" cy="1039261"/>
      </dsp:txXfrm>
    </dsp:sp>
    <dsp:sp modelId="{A1EFEB6B-21DD-406E-8029-708FCFF53375}">
      <dsp:nvSpPr>
        <dsp:cNvPr id="0" name=""/>
        <dsp:cNvSpPr/>
      </dsp:nvSpPr>
      <dsp:spPr>
        <a:xfrm>
          <a:off x="0" y="3118419"/>
          <a:ext cx="6176682"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06BE331-508D-4147-8C9D-3A585A48913E}">
      <dsp:nvSpPr>
        <dsp:cNvPr id="0" name=""/>
        <dsp:cNvSpPr/>
      </dsp:nvSpPr>
      <dsp:spPr>
        <a:xfrm>
          <a:off x="0" y="3118419"/>
          <a:ext cx="6176682" cy="1039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Future Work:</a:t>
          </a:r>
          <a:r>
            <a:rPr lang="en-US" sz="2100" i="0" kern="1200"/>
            <a:t> Plan for pilot testing, scalability, continuous improvement, and strategic partnerships to expand the platform.</a:t>
          </a:r>
          <a:endParaRPr lang="en-IN" sz="2100" kern="1200"/>
        </a:p>
      </dsp:txBody>
      <dsp:txXfrm>
        <a:off x="0" y="3118419"/>
        <a:ext cx="6176682" cy="1039261"/>
      </dsp:txXfrm>
    </dsp:sp>
    <dsp:sp modelId="{1649A8C0-7AA9-421B-8DDF-11E7AEBE605C}">
      <dsp:nvSpPr>
        <dsp:cNvPr id="0" name=""/>
        <dsp:cNvSpPr/>
      </dsp:nvSpPr>
      <dsp:spPr>
        <a:xfrm>
          <a:off x="0" y="4157680"/>
          <a:ext cx="6176682"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3593262-AFF7-4CAD-9EAE-CBE91A70F884}">
      <dsp:nvSpPr>
        <dsp:cNvPr id="0" name=""/>
        <dsp:cNvSpPr/>
      </dsp:nvSpPr>
      <dsp:spPr>
        <a:xfrm>
          <a:off x="0" y="4157680"/>
          <a:ext cx="6176682" cy="1039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Call to Action:</a:t>
          </a:r>
          <a:r>
            <a:rPr lang="en-US" sz="2100" i="0" kern="1200"/>
            <a:t> Encourage stakeholders to join the initiative to create a more efficient and community-driven grocery marketplace.</a:t>
          </a:r>
          <a:endParaRPr lang="en-IN" sz="2100" kern="1200"/>
        </a:p>
      </dsp:txBody>
      <dsp:txXfrm>
        <a:off x="0" y="4157680"/>
        <a:ext cx="6176682" cy="103926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AFEDE-F1BF-6A4A-80D9-CCB6DC4EFE3D}" type="datetimeFigureOut">
              <a:rPr lang="en-US" smtClean="0"/>
              <a:pPr/>
              <a:t>5/22/2025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11C10-233D-DA48-A5CB-9365BBABB6B4}" type="slidenum">
              <a:rPr lang="en-US" smtClean="0"/>
              <a:pPr/>
              <a:t>‹#›</a:t>
            </a:fld>
            <a:endParaRPr lang="en-US" dirty="0"/>
          </a:p>
        </p:txBody>
      </p:sp>
    </p:spTree>
    <p:extLst>
      <p:ext uri="{BB962C8B-B14F-4D97-AF65-F5344CB8AC3E}">
        <p14:creationId xmlns:p14="http://schemas.microsoft.com/office/powerpoint/2010/main" val="43307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pPr/>
              <a:t>1</a:t>
            </a:fld>
            <a:endParaRPr lang="en-US" dirty="0"/>
          </a:p>
        </p:txBody>
      </p:sp>
    </p:spTree>
    <p:extLst>
      <p:ext uri="{BB962C8B-B14F-4D97-AF65-F5344CB8AC3E}">
        <p14:creationId xmlns:p14="http://schemas.microsoft.com/office/powerpoint/2010/main" val="3647009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5A78-3159-9AB9-14C5-9B12C2DA7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24433-BA0E-7899-3554-C22E639AB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2C519-2DF7-8038-6F83-700E6E9ED3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EC30F2-ACB0-41E5-1DF2-6348633D9F64}"/>
              </a:ext>
            </a:extLst>
          </p:cNvPr>
          <p:cNvSpPr>
            <a:spLocks noGrp="1"/>
          </p:cNvSpPr>
          <p:nvPr>
            <p:ph type="sldNum" sz="quarter" idx="5"/>
          </p:nvPr>
        </p:nvSpPr>
        <p:spPr/>
        <p:txBody>
          <a:bodyPr/>
          <a:lstStyle/>
          <a:p>
            <a:fld id="{C0711C10-233D-DA48-A5CB-9365BBABB6B4}" type="slidenum">
              <a:rPr lang="en-US" smtClean="0"/>
              <a:pPr/>
              <a:t>2</a:t>
            </a:fld>
            <a:endParaRPr lang="en-US" dirty="0"/>
          </a:p>
        </p:txBody>
      </p:sp>
    </p:spTree>
    <p:extLst>
      <p:ext uri="{BB962C8B-B14F-4D97-AF65-F5344CB8AC3E}">
        <p14:creationId xmlns:p14="http://schemas.microsoft.com/office/powerpoint/2010/main" val="1540779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71D6-249D-F7D6-A66E-86D21BB16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008D5-7371-1A85-F6DC-DC8D6BD3E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49FAD0-88E8-9F24-3770-AB49C9430C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31FE6C-DA9F-1693-72C1-5D072E1ADA6D}"/>
              </a:ext>
            </a:extLst>
          </p:cNvPr>
          <p:cNvSpPr>
            <a:spLocks noGrp="1"/>
          </p:cNvSpPr>
          <p:nvPr>
            <p:ph type="sldNum" sz="quarter" idx="5"/>
          </p:nvPr>
        </p:nvSpPr>
        <p:spPr/>
        <p:txBody>
          <a:bodyPr/>
          <a:lstStyle/>
          <a:p>
            <a:fld id="{C0711C10-233D-DA48-A5CB-9365BBABB6B4}" type="slidenum">
              <a:rPr lang="en-US" smtClean="0"/>
              <a:pPr/>
              <a:t>3</a:t>
            </a:fld>
            <a:endParaRPr lang="en-US" dirty="0"/>
          </a:p>
        </p:txBody>
      </p:sp>
    </p:spTree>
    <p:extLst>
      <p:ext uri="{BB962C8B-B14F-4D97-AF65-F5344CB8AC3E}">
        <p14:creationId xmlns:p14="http://schemas.microsoft.com/office/powerpoint/2010/main" val="1930782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19C4C-CEF8-5B81-CAFE-C9FA87C28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F705A-331E-9020-19B9-77EEA9B38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8718C-0484-CFFE-B275-08E1AFC4FA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D3FF21-B925-04FB-5BFD-57421D57D9F2}"/>
              </a:ext>
            </a:extLst>
          </p:cNvPr>
          <p:cNvSpPr>
            <a:spLocks noGrp="1"/>
          </p:cNvSpPr>
          <p:nvPr>
            <p:ph type="sldNum" sz="quarter" idx="5"/>
          </p:nvPr>
        </p:nvSpPr>
        <p:spPr/>
        <p:txBody>
          <a:bodyPr/>
          <a:lstStyle/>
          <a:p>
            <a:fld id="{C0711C10-233D-DA48-A5CB-9365BBABB6B4}" type="slidenum">
              <a:rPr lang="en-US" smtClean="0"/>
              <a:pPr/>
              <a:t>4</a:t>
            </a:fld>
            <a:endParaRPr lang="en-US" dirty="0"/>
          </a:p>
        </p:txBody>
      </p:sp>
    </p:spTree>
    <p:extLst>
      <p:ext uri="{BB962C8B-B14F-4D97-AF65-F5344CB8AC3E}">
        <p14:creationId xmlns:p14="http://schemas.microsoft.com/office/powerpoint/2010/main" val="3161475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711C10-233D-DA48-A5CB-9365BBABB6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7953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E366-C131-65B5-8076-86833233C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7641F-70BE-8CF4-8EFD-E8D617A9F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D077D-C486-BFA3-39C3-BEE8DB26B1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3C937F-E7E3-F1B7-1967-8B4985EEC9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711C10-233D-DA48-A5CB-9365BBABB6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2050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711C10-233D-DA48-A5CB-9365BBABB6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711C10-233D-DA48-A5CB-9365BBABB6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711C10-233D-DA48-A5CB-9365BBABB6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18666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29341-ED4C-1D4E-0275-D25EBA80A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F15C7-97AD-804C-B87A-6D90FDD6AE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BBC94-9389-EC85-4D15-EBA929CAAF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ABB62-90FE-D8B0-B53E-5C79B55FE2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711C10-233D-DA48-A5CB-9365BBABB6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93121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1407345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207941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57977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111537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64170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54590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913076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15597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1493808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207839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pPr/>
              <a:t>5/22/2025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1356738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05462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5750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107988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72160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58318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82098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6948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43971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7118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20257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42087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381E756-E947-FD4A-8A23-D2C983A1A8B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24152571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30519642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1E756-E947-FD4A-8A23-D2C983A1A8B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40671782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1E756-E947-FD4A-8A23-D2C983A1A8BD}"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11343248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81E756-E947-FD4A-8A23-D2C983A1A8BD}"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687649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81E756-E947-FD4A-8A23-D2C983A1A8BD}"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33245398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1E756-E947-FD4A-8A23-D2C983A1A8BD}"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1126937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6789650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24658877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8245530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1E756-E947-FD4A-8A23-D2C983A1A8B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a:p>
        </p:txBody>
      </p:sp>
    </p:spTree>
    <p:extLst>
      <p:ext uri="{BB962C8B-B14F-4D97-AF65-F5344CB8AC3E}">
        <p14:creationId xmlns:p14="http://schemas.microsoft.com/office/powerpoint/2010/main" val="2031423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1E756-E947-FD4A-8A23-D2C983A1A8BD}" type="datetimeFigureOut">
              <a:rPr lang="en-US" smtClean="0"/>
              <a:pPr/>
              <a:t>5/22/2025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0669D-EC37-AA42-8CD3-B0788BD38FC6}" type="slidenum">
              <a:rPr lang="en-US" smtClean="0"/>
              <a:pPr/>
              <a:t>‹#›</a:t>
            </a:fld>
            <a:endParaRPr lang="en-US" dirty="0"/>
          </a:p>
        </p:txBody>
      </p:sp>
    </p:spTree>
    <p:extLst>
      <p:ext uri="{BB962C8B-B14F-4D97-AF65-F5344CB8AC3E}">
        <p14:creationId xmlns:p14="http://schemas.microsoft.com/office/powerpoint/2010/main" val="172960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5/22/2025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797850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1E756-E947-FD4A-8A23-D2C983A1A8BD}" type="datetimeFigureOut">
              <a:rPr lang="en-US" smtClean="0"/>
              <a:t>5/22/2025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0669D-EC37-AA42-8CD3-B0788BD38FC6}" type="slidenum">
              <a:rPr lang="en-US" smtClean="0"/>
              <a:t>‹#›</a:t>
            </a:fld>
            <a:endParaRPr lang="en-US"/>
          </a:p>
        </p:txBody>
      </p:sp>
    </p:spTree>
    <p:extLst>
      <p:ext uri="{BB962C8B-B14F-4D97-AF65-F5344CB8AC3E}">
        <p14:creationId xmlns:p14="http://schemas.microsoft.com/office/powerpoint/2010/main" val="15052509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jpe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jpeg"/><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
        <p:cNvGrpSpPr/>
        <p:nvPr/>
      </p:nvGrpSpPr>
      <p:grpSpPr>
        <a:xfrm>
          <a:off x="0" y="0"/>
          <a:ext cx="0" cy="0"/>
          <a:chOff x="0" y="0"/>
          <a:chExt cx="0" cy="0"/>
        </a:xfrm>
      </p:grpSpPr>
      <p:pic>
        <p:nvPicPr>
          <p:cNvPr id="38" name="Picture 37" descr="Balls connected with crossed wires">
            <a:extLst>
              <a:ext uri="{FF2B5EF4-FFF2-40B4-BE49-F238E27FC236}">
                <a16:creationId xmlns:a16="http://schemas.microsoft.com/office/drawing/2014/main" id="{ED78B9D5-DF94-070F-4572-F73AA6E16A39}"/>
              </a:ext>
            </a:extLst>
          </p:cNvPr>
          <p:cNvPicPr>
            <a:picLocks/>
          </p:cNvPicPr>
          <p:nvPr/>
        </p:nvPicPr>
        <p:blipFill rotWithShape="1">
          <a:blip r:embed="rId3" cstate="screen">
            <a:extLst>
              <a:ext uri="{28A0092B-C50C-407E-A947-70E740481C1C}">
                <a14:useLocalDpi xmlns:a14="http://schemas.microsoft.com/office/drawing/2010/main"/>
              </a:ext>
            </a:extLst>
          </a:blip>
          <a:srcRect t="-5"/>
          <a:stretch/>
        </p:blipFill>
        <p:spPr>
          <a:xfrm rot="16200000" flipV="1">
            <a:off x="909494" y="-914673"/>
            <a:ext cx="6858000" cy="8686800"/>
          </a:xfrm>
          <a:prstGeom prst="rect">
            <a:avLst/>
          </a:prstGeom>
        </p:spPr>
      </p:pic>
      <p:pic>
        <p:nvPicPr>
          <p:cNvPr id="37" name="Picture 36" descr="Balls connected with crossed wires">
            <a:extLst>
              <a:ext uri="{FF2B5EF4-FFF2-40B4-BE49-F238E27FC236}">
                <a16:creationId xmlns:a16="http://schemas.microsoft.com/office/drawing/2014/main" id="{3E0EA90C-81F7-E639-7A87-DF20AEA6116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
          <a:stretch/>
        </p:blipFill>
        <p:spPr>
          <a:xfrm rot="16200000">
            <a:off x="7030968" y="1231291"/>
            <a:ext cx="6858002" cy="3556150"/>
          </a:xfrm>
          <a:prstGeom prst="rect">
            <a:avLst/>
          </a:prstGeom>
        </p:spPr>
      </p:pic>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2" name="Rectangle 31">
            <a:extLst>
              <a:ext uri="{FF2B5EF4-FFF2-40B4-BE49-F238E27FC236}">
                <a16:creationId xmlns:a16="http://schemas.microsoft.com/office/drawing/2014/main" id="{F0FF9A2B-0654-83E0-3A05-5831733CCD81}"/>
              </a:ext>
            </a:extLst>
          </p:cNvPr>
          <p:cNvSpPr/>
          <p:nvPr/>
        </p:nvSpPr>
        <p:spPr>
          <a:xfrm>
            <a:off x="-4905" y="5884223"/>
            <a:ext cx="12196905" cy="973777"/>
          </a:xfrm>
          <a:prstGeom prst="rect">
            <a:avLst/>
          </a:prstGeom>
          <a:solidFill>
            <a:srgbClr val="4775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sp>
        <p:nvSpPr>
          <p:cNvPr id="6" name="Right Triangle 5">
            <a:extLst>
              <a:ext uri="{FF2B5EF4-FFF2-40B4-BE49-F238E27FC236}">
                <a16:creationId xmlns:a16="http://schemas.microsoft.com/office/drawing/2014/main" id="{50F0BBFE-FFF5-DD82-C1F8-D8CABD2F8D27}"/>
              </a:ext>
            </a:extLst>
          </p:cNvPr>
          <p:cNvSpPr/>
          <p:nvPr/>
        </p:nvSpPr>
        <p:spPr>
          <a:xfrm>
            <a:off x="-4905" y="979123"/>
            <a:ext cx="5977441" cy="5977441"/>
          </a:xfrm>
          <a:prstGeom prst="rtTriangle">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a:extLst>
              <a:ext uri="{FF2B5EF4-FFF2-40B4-BE49-F238E27FC236}">
                <a16:creationId xmlns:a16="http://schemas.microsoft.com/office/drawing/2014/main" id="{50C402EA-6CF2-65FE-1F8E-3A06408AB02A}"/>
              </a:ext>
            </a:extLst>
          </p:cNvPr>
          <p:cNvGrpSpPr/>
          <p:nvPr/>
        </p:nvGrpSpPr>
        <p:grpSpPr>
          <a:xfrm>
            <a:off x="1" y="273"/>
            <a:ext cx="5459896" cy="1055074"/>
            <a:chOff x="0" y="272"/>
            <a:chExt cx="5039193" cy="973777"/>
          </a:xfrm>
        </p:grpSpPr>
        <p:sp>
          <p:nvSpPr>
            <p:cNvPr id="9" name="Rectangle 8">
              <a:extLst>
                <a:ext uri="{FF2B5EF4-FFF2-40B4-BE49-F238E27FC236}">
                  <a16:creationId xmlns:a16="http://schemas.microsoft.com/office/drawing/2014/main" id="{2C556B1D-B3E0-87F7-4709-485969FEEEA5}"/>
                </a:ext>
              </a:extLst>
            </p:cNvPr>
            <p:cNvSpPr/>
            <p:nvPr/>
          </p:nvSpPr>
          <p:spPr>
            <a:xfrm>
              <a:off x="0" y="272"/>
              <a:ext cx="5039193" cy="973777"/>
            </a:xfrm>
            <a:prstGeom prst="rect">
              <a:avLst/>
            </a:prstGeom>
            <a:solidFill>
              <a:srgbClr val="5E7F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grpSp>
          <p:nvGrpSpPr>
            <p:cNvPr id="10" name="Group 9">
              <a:extLst>
                <a:ext uri="{FF2B5EF4-FFF2-40B4-BE49-F238E27FC236}">
                  <a16:creationId xmlns:a16="http://schemas.microsoft.com/office/drawing/2014/main" id="{3EF4B71B-AAB3-A3CA-A4DB-B4616C8B6684}"/>
                </a:ext>
              </a:extLst>
            </p:cNvPr>
            <p:cNvGrpSpPr/>
            <p:nvPr/>
          </p:nvGrpSpPr>
          <p:grpSpPr>
            <a:xfrm>
              <a:off x="296988" y="220550"/>
              <a:ext cx="4635471" cy="557985"/>
              <a:chOff x="8927295" y="6375844"/>
              <a:chExt cx="3157970" cy="380134"/>
            </a:xfrm>
          </p:grpSpPr>
          <p:grpSp>
            <p:nvGrpSpPr>
              <p:cNvPr id="11" name="Group 10">
                <a:extLst>
                  <a:ext uri="{FF2B5EF4-FFF2-40B4-BE49-F238E27FC236}">
                    <a16:creationId xmlns:a16="http://schemas.microsoft.com/office/drawing/2014/main" id="{00377D3E-1FEE-1B07-091F-DB76696D4125}"/>
                  </a:ext>
                </a:extLst>
              </p:cNvPr>
              <p:cNvGrpSpPr/>
              <p:nvPr/>
            </p:nvGrpSpPr>
            <p:grpSpPr>
              <a:xfrm>
                <a:off x="8927295" y="6376710"/>
                <a:ext cx="1351683" cy="379268"/>
                <a:chOff x="5243641" y="3189385"/>
                <a:chExt cx="1351683" cy="379268"/>
              </a:xfrm>
              <a:solidFill>
                <a:schemeClr val="bg1">
                  <a:lumMod val="95000"/>
                </a:schemeClr>
              </a:solidFill>
            </p:grpSpPr>
            <p:sp>
              <p:nvSpPr>
                <p:cNvPr id="23" name="Freeform 22">
                  <a:extLst>
                    <a:ext uri="{FF2B5EF4-FFF2-40B4-BE49-F238E27FC236}">
                      <a16:creationId xmlns:a16="http://schemas.microsoft.com/office/drawing/2014/main" id="{8B927526-A1F5-337A-7C9D-3DA8232687A4}"/>
                    </a:ext>
                  </a:extLst>
                </p:cNvPr>
                <p:cNvSpPr/>
                <p:nvPr/>
              </p:nvSpPr>
              <p:spPr>
                <a:xfrm>
                  <a:off x="5243641"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4" y="166255"/>
                        <a:pt x="115166" y="151534"/>
                        <a:pt x="115166" y="120361"/>
                      </a:cubicBezTo>
                      <a:lnTo>
                        <a:pt x="115166" y="95250"/>
                      </a:lnTo>
                      <a:cubicBezTo>
                        <a:pt x="115166" y="71870"/>
                        <a:pt x="109970"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70EDF5C7-C7D7-EDCF-CC74-3A8BB394447D}"/>
                    </a:ext>
                  </a:extLst>
                </p:cNvPr>
                <p:cNvSpPr/>
                <p:nvPr/>
              </p:nvSpPr>
              <p:spPr>
                <a:xfrm>
                  <a:off x="5460118" y="3195447"/>
                  <a:ext cx="185304" cy="368877"/>
                </a:xfrm>
                <a:custGeom>
                  <a:avLst/>
                  <a:gdLst>
                    <a:gd name="connsiteX0" fmla="*/ 71005 w 185304"/>
                    <a:gd name="connsiteY0" fmla="*/ 207818 h 368877"/>
                    <a:gd name="connsiteX1" fmla="*/ 71005 w 185304"/>
                    <a:gd name="connsiteY1" fmla="*/ 368011 h 368877"/>
                    <a:gd name="connsiteX2" fmla="*/ 0 w 185304"/>
                    <a:gd name="connsiteY2" fmla="*/ 368011 h 368877"/>
                    <a:gd name="connsiteX3" fmla="*/ 0 w 185304"/>
                    <a:gd name="connsiteY3" fmla="*/ 0 h 368877"/>
                    <a:gd name="connsiteX4" fmla="*/ 92652 w 185304"/>
                    <a:gd name="connsiteY4" fmla="*/ 0 h 368877"/>
                    <a:gd name="connsiteX5" fmla="*/ 185305 w 185304"/>
                    <a:gd name="connsiteY5" fmla="*/ 91786 h 368877"/>
                    <a:gd name="connsiteX6" fmla="*/ 185305 w 185304"/>
                    <a:gd name="connsiteY6" fmla="*/ 104775 h 368877"/>
                    <a:gd name="connsiteX7" fmla="*/ 148936 w 185304"/>
                    <a:gd name="connsiteY7" fmla="*/ 180109 h 368877"/>
                    <a:gd name="connsiteX8" fmla="*/ 182707 w 185304"/>
                    <a:gd name="connsiteY8" fmla="*/ 259773 h 368877"/>
                    <a:gd name="connsiteX9" fmla="*/ 185305 w 185304"/>
                    <a:gd name="connsiteY9" fmla="*/ 368877 h 368877"/>
                    <a:gd name="connsiteX10" fmla="*/ 116898 w 185304"/>
                    <a:gd name="connsiteY10" fmla="*/ 368877 h 368877"/>
                    <a:gd name="connsiteX11" fmla="*/ 112568 w 185304"/>
                    <a:gd name="connsiteY11" fmla="*/ 257175 h 368877"/>
                    <a:gd name="connsiteX12" fmla="*/ 80530 w 185304"/>
                    <a:gd name="connsiteY12" fmla="*/ 208684 h 368877"/>
                    <a:gd name="connsiteX13" fmla="*/ 71005 w 185304"/>
                    <a:gd name="connsiteY13" fmla="*/ 208684 h 368877"/>
                    <a:gd name="connsiteX14" fmla="*/ 71870 w 185304"/>
                    <a:gd name="connsiteY14" fmla="*/ 151534 h 368877"/>
                    <a:gd name="connsiteX15" fmla="*/ 80530 w 185304"/>
                    <a:gd name="connsiteY15" fmla="*/ 151534 h 368877"/>
                    <a:gd name="connsiteX16" fmla="*/ 113434 w 185304"/>
                    <a:gd name="connsiteY16" fmla="*/ 109971 h 368877"/>
                    <a:gd name="connsiteX17" fmla="*/ 113434 w 185304"/>
                    <a:gd name="connsiteY17" fmla="*/ 91786 h 368877"/>
                    <a:gd name="connsiteX18" fmla="*/ 82261 w 185304"/>
                    <a:gd name="connsiteY18" fmla="*/ 54552 h 368877"/>
                    <a:gd name="connsiteX19" fmla="*/ 71005 w 185304"/>
                    <a:gd name="connsiteY19" fmla="*/ 54552 h 368877"/>
                    <a:gd name="connsiteX20" fmla="*/ 71005 w 185304"/>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304" h="368877">
                      <a:moveTo>
                        <a:pt x="71005" y="207818"/>
                      </a:moveTo>
                      <a:lnTo>
                        <a:pt x="71005" y="368011"/>
                      </a:lnTo>
                      <a:lnTo>
                        <a:pt x="0" y="368011"/>
                      </a:lnTo>
                      <a:lnTo>
                        <a:pt x="0" y="0"/>
                      </a:lnTo>
                      <a:lnTo>
                        <a:pt x="92652" y="0"/>
                      </a:lnTo>
                      <a:cubicBezTo>
                        <a:pt x="154132" y="0"/>
                        <a:pt x="185305" y="26843"/>
                        <a:pt x="185305" y="91786"/>
                      </a:cubicBezTo>
                      <a:lnTo>
                        <a:pt x="185305" y="104775"/>
                      </a:lnTo>
                      <a:cubicBezTo>
                        <a:pt x="185305" y="157596"/>
                        <a:pt x="164523" y="173182"/>
                        <a:pt x="148936" y="180109"/>
                      </a:cubicBezTo>
                      <a:cubicBezTo>
                        <a:pt x="171450" y="191366"/>
                        <a:pt x="182707" y="207818"/>
                        <a:pt x="182707" y="259773"/>
                      </a:cubicBezTo>
                      <a:cubicBezTo>
                        <a:pt x="182707" y="295275"/>
                        <a:pt x="181841" y="348961"/>
                        <a:pt x="185305" y="368877"/>
                      </a:cubicBezTo>
                      <a:lnTo>
                        <a:pt x="116898" y="368877"/>
                      </a:lnTo>
                      <a:cubicBezTo>
                        <a:pt x="112568" y="352425"/>
                        <a:pt x="112568" y="303934"/>
                        <a:pt x="112568" y="257175"/>
                      </a:cubicBezTo>
                      <a:cubicBezTo>
                        <a:pt x="112568" y="215611"/>
                        <a:pt x="108239" y="208684"/>
                        <a:pt x="80530" y="208684"/>
                      </a:cubicBezTo>
                      <a:lnTo>
                        <a:pt x="71005" y="208684"/>
                      </a:lnTo>
                      <a:close/>
                      <a:moveTo>
                        <a:pt x="71870" y="151534"/>
                      </a:moveTo>
                      <a:lnTo>
                        <a:pt x="80530" y="151534"/>
                      </a:lnTo>
                      <a:cubicBezTo>
                        <a:pt x="103909" y="151534"/>
                        <a:pt x="113434" y="143741"/>
                        <a:pt x="113434" y="109971"/>
                      </a:cubicBezTo>
                      <a:lnTo>
                        <a:pt x="113434" y="91786"/>
                      </a:lnTo>
                      <a:cubicBezTo>
                        <a:pt x="113434" y="66675"/>
                        <a:pt x="108239" y="54552"/>
                        <a:pt x="82261" y="54552"/>
                      </a:cubicBezTo>
                      <a:lnTo>
                        <a:pt x="71005" y="54552"/>
                      </a:lnTo>
                      <a:lnTo>
                        <a:pt x="71005" y="151534"/>
                      </a:lnTo>
                      <a:close/>
                    </a:path>
                  </a:pathLst>
                </a:custGeom>
                <a:grpFill/>
                <a:ln w="8653"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980B79A-1B25-A26C-ACC1-E1764F22871E}"/>
                    </a:ext>
                  </a:extLst>
                </p:cNvPr>
                <p:cNvSpPr/>
                <p:nvPr/>
              </p:nvSpPr>
              <p:spPr>
                <a:xfrm>
                  <a:off x="5676595"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80530" y="60614"/>
                        <a:pt x="71870" y="71005"/>
                        <a:pt x="71870" y="96116"/>
                      </a:cubicBezTo>
                      <a:close/>
                    </a:path>
                  </a:pathLst>
                </a:custGeom>
                <a:grpFill/>
                <a:ln w="8653"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40B2FF03-ADD4-26A9-A969-1B757530096B}"/>
                    </a:ext>
                  </a:extLst>
                </p:cNvPr>
                <p:cNvSpPr/>
                <p:nvPr/>
              </p:nvSpPr>
              <p:spPr>
                <a:xfrm>
                  <a:off x="5884413" y="3194581"/>
                  <a:ext cx="110836" cy="373206"/>
                </a:xfrm>
                <a:custGeom>
                  <a:avLst/>
                  <a:gdLst>
                    <a:gd name="connsiteX0" fmla="*/ 110836 w 110836"/>
                    <a:gd name="connsiteY0" fmla="*/ 277091 h 373206"/>
                    <a:gd name="connsiteX1" fmla="*/ 32039 w 110836"/>
                    <a:gd name="connsiteY1" fmla="*/ 373207 h 373206"/>
                    <a:gd name="connsiteX2" fmla="*/ 0 w 110836"/>
                    <a:gd name="connsiteY2" fmla="*/ 370609 h 373206"/>
                    <a:gd name="connsiteX3" fmla="*/ 0 w 110836"/>
                    <a:gd name="connsiteY3" fmla="*/ 311727 h 373206"/>
                    <a:gd name="connsiteX4" fmla="*/ 15586 w 110836"/>
                    <a:gd name="connsiteY4" fmla="*/ 312593 h 373206"/>
                    <a:gd name="connsiteX5" fmla="*/ 38966 w 110836"/>
                    <a:gd name="connsiteY5" fmla="*/ 284884 h 373206"/>
                    <a:gd name="connsiteX6" fmla="*/ 38966 w 110836"/>
                    <a:gd name="connsiteY6" fmla="*/ 0 h 373206"/>
                    <a:gd name="connsiteX7" fmla="*/ 109970 w 110836"/>
                    <a:gd name="connsiteY7" fmla="*/ 0 h 373206"/>
                    <a:gd name="connsiteX8" fmla="*/ 109970 w 110836"/>
                    <a:gd name="connsiteY8" fmla="*/ 277091 h 37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836" h="373206">
                      <a:moveTo>
                        <a:pt x="110836" y="277091"/>
                      </a:moveTo>
                      <a:cubicBezTo>
                        <a:pt x="110836" y="332509"/>
                        <a:pt x="103909" y="373207"/>
                        <a:pt x="32039" y="373207"/>
                      </a:cubicBezTo>
                      <a:cubicBezTo>
                        <a:pt x="21648" y="373207"/>
                        <a:pt x="7793" y="372341"/>
                        <a:pt x="0" y="370609"/>
                      </a:cubicBezTo>
                      <a:lnTo>
                        <a:pt x="0" y="311727"/>
                      </a:lnTo>
                      <a:cubicBezTo>
                        <a:pt x="3464" y="311727"/>
                        <a:pt x="9525" y="312593"/>
                        <a:pt x="15586" y="312593"/>
                      </a:cubicBezTo>
                      <a:cubicBezTo>
                        <a:pt x="33770" y="312593"/>
                        <a:pt x="38966" y="306532"/>
                        <a:pt x="38966" y="284884"/>
                      </a:cubicBezTo>
                      <a:lnTo>
                        <a:pt x="38966" y="0"/>
                      </a:lnTo>
                      <a:lnTo>
                        <a:pt x="109970" y="0"/>
                      </a:lnTo>
                      <a:lnTo>
                        <a:pt x="109970" y="277091"/>
                      </a:lnTo>
                      <a:close/>
                    </a:path>
                  </a:pathLst>
                </a:custGeom>
                <a:grpFill/>
                <a:ln w="8653"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9FD28035-CECD-6DF1-18BA-F7545066B229}"/>
                    </a:ext>
                  </a:extLst>
                </p:cNvPr>
                <p:cNvSpPr/>
                <p:nvPr/>
              </p:nvSpPr>
              <p:spPr>
                <a:xfrm>
                  <a:off x="6035081" y="3195447"/>
                  <a:ext cx="160193" cy="368011"/>
                </a:xfrm>
                <a:custGeom>
                  <a:avLst/>
                  <a:gdLst>
                    <a:gd name="connsiteX0" fmla="*/ 147205 w 160193"/>
                    <a:gd name="connsiteY0" fmla="*/ 205221 h 368011"/>
                    <a:gd name="connsiteX1" fmla="*/ 71005 w 160193"/>
                    <a:gd name="connsiteY1" fmla="*/ 205221 h 368011"/>
                    <a:gd name="connsiteX2" fmla="*/ 71005 w 160193"/>
                    <a:gd name="connsiteY2" fmla="*/ 305666 h 368011"/>
                    <a:gd name="connsiteX3" fmla="*/ 160193 w 160193"/>
                    <a:gd name="connsiteY3" fmla="*/ 305666 h 368011"/>
                    <a:gd name="connsiteX4" fmla="*/ 151534 w 160193"/>
                    <a:gd name="connsiteY4" fmla="*/ 368011 h 368011"/>
                    <a:gd name="connsiteX5" fmla="*/ 0 w 160193"/>
                    <a:gd name="connsiteY5" fmla="*/ 368011 h 368011"/>
                    <a:gd name="connsiteX6" fmla="*/ 0 w 160193"/>
                    <a:gd name="connsiteY6" fmla="*/ 0 h 368011"/>
                    <a:gd name="connsiteX7" fmla="*/ 150668 w 160193"/>
                    <a:gd name="connsiteY7" fmla="*/ 0 h 368011"/>
                    <a:gd name="connsiteX8" fmla="*/ 150668 w 160193"/>
                    <a:gd name="connsiteY8" fmla="*/ 62346 h 368011"/>
                    <a:gd name="connsiteX9" fmla="*/ 71005 w 160193"/>
                    <a:gd name="connsiteY9" fmla="*/ 62346 h 368011"/>
                    <a:gd name="connsiteX10" fmla="*/ 71005 w 160193"/>
                    <a:gd name="connsiteY10" fmla="*/ 142875 h 368011"/>
                    <a:gd name="connsiteX11" fmla="*/ 147205 w 160193"/>
                    <a:gd name="connsiteY11" fmla="*/ 142875 h 368011"/>
                    <a:gd name="connsiteX12" fmla="*/ 147205 w 160193"/>
                    <a:gd name="connsiteY12" fmla="*/ 205221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93" h="368011">
                      <a:moveTo>
                        <a:pt x="147205" y="205221"/>
                      </a:moveTo>
                      <a:lnTo>
                        <a:pt x="71005" y="205221"/>
                      </a:lnTo>
                      <a:lnTo>
                        <a:pt x="71005" y="305666"/>
                      </a:lnTo>
                      <a:lnTo>
                        <a:pt x="160193" y="305666"/>
                      </a:lnTo>
                      <a:lnTo>
                        <a:pt x="151534" y="368011"/>
                      </a:lnTo>
                      <a:lnTo>
                        <a:pt x="0" y="368011"/>
                      </a:lnTo>
                      <a:lnTo>
                        <a:pt x="0" y="0"/>
                      </a:lnTo>
                      <a:lnTo>
                        <a:pt x="150668" y="0"/>
                      </a:lnTo>
                      <a:lnTo>
                        <a:pt x="150668" y="62346"/>
                      </a:lnTo>
                      <a:lnTo>
                        <a:pt x="71005" y="62346"/>
                      </a:lnTo>
                      <a:lnTo>
                        <a:pt x="71005" y="142875"/>
                      </a:lnTo>
                      <a:lnTo>
                        <a:pt x="147205" y="142875"/>
                      </a:lnTo>
                      <a:lnTo>
                        <a:pt x="147205" y="205221"/>
                      </a:lnTo>
                      <a:close/>
                    </a:path>
                  </a:pathLst>
                </a:custGeom>
                <a:grpFill/>
                <a:ln w="8653"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78C7AA0E-1B81-204B-5D2A-CA1D4E091A44}"/>
                    </a:ext>
                  </a:extLst>
                </p:cNvPr>
                <p:cNvSpPr/>
                <p:nvPr/>
              </p:nvSpPr>
              <p:spPr>
                <a:xfrm>
                  <a:off x="6218654" y="3189385"/>
                  <a:ext cx="181840" cy="379268"/>
                </a:xfrm>
                <a:custGeom>
                  <a:avLst/>
                  <a:gdLst>
                    <a:gd name="connsiteX0" fmla="*/ 181841 w 181840"/>
                    <a:gd name="connsiteY0" fmla="*/ 253711 h 379268"/>
                    <a:gd name="connsiteX1" fmla="*/ 181841 w 181840"/>
                    <a:gd name="connsiteY1" fmla="*/ 273627 h 379268"/>
                    <a:gd name="connsiteX2" fmla="*/ 89189 w 181840"/>
                    <a:gd name="connsiteY2" fmla="*/ 379268 h 379268"/>
                    <a:gd name="connsiteX3" fmla="*/ 0 w 181840"/>
                    <a:gd name="connsiteY3" fmla="*/ 277957 h 379268"/>
                    <a:gd name="connsiteX4" fmla="*/ 0 w 181840"/>
                    <a:gd name="connsiteY4" fmla="*/ 97848 h 379268"/>
                    <a:gd name="connsiteX5" fmla="*/ 90920 w 181840"/>
                    <a:gd name="connsiteY5" fmla="*/ 0 h 379268"/>
                    <a:gd name="connsiteX6" fmla="*/ 180975 w 181840"/>
                    <a:gd name="connsiteY6" fmla="*/ 99580 h 379268"/>
                    <a:gd name="connsiteX7" fmla="*/ 180975 w 181840"/>
                    <a:gd name="connsiteY7" fmla="*/ 122959 h 379268"/>
                    <a:gd name="connsiteX8" fmla="*/ 109971 w 181840"/>
                    <a:gd name="connsiteY8" fmla="*/ 122959 h 379268"/>
                    <a:gd name="connsiteX9" fmla="*/ 109971 w 181840"/>
                    <a:gd name="connsiteY9" fmla="*/ 91786 h 379268"/>
                    <a:gd name="connsiteX10" fmla="*/ 90920 w 181840"/>
                    <a:gd name="connsiteY10" fmla="*/ 61480 h 379268"/>
                    <a:gd name="connsiteX11" fmla="*/ 71871 w 181840"/>
                    <a:gd name="connsiteY11" fmla="*/ 91786 h 379268"/>
                    <a:gd name="connsiteX12" fmla="*/ 71871 w 181840"/>
                    <a:gd name="connsiteY12" fmla="*/ 286616 h 379268"/>
                    <a:gd name="connsiteX13" fmla="*/ 90920 w 181840"/>
                    <a:gd name="connsiteY13" fmla="*/ 319521 h 379268"/>
                    <a:gd name="connsiteX14" fmla="*/ 110837 w 181840"/>
                    <a:gd name="connsiteY14" fmla="*/ 284884 h 379268"/>
                    <a:gd name="connsiteX15" fmla="*/ 110837 w 181840"/>
                    <a:gd name="connsiteY15" fmla="*/ 253711 h 379268"/>
                    <a:gd name="connsiteX16" fmla="*/ 181841 w 181840"/>
                    <a:gd name="connsiteY16" fmla="*/ 253711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1840" h="379268">
                      <a:moveTo>
                        <a:pt x="181841" y="253711"/>
                      </a:moveTo>
                      <a:lnTo>
                        <a:pt x="181841" y="273627"/>
                      </a:lnTo>
                      <a:cubicBezTo>
                        <a:pt x="181841" y="320386"/>
                        <a:pt x="173182" y="379268"/>
                        <a:pt x="89189" y="379268"/>
                      </a:cubicBezTo>
                      <a:cubicBezTo>
                        <a:pt x="26843" y="379268"/>
                        <a:pt x="0" y="346364"/>
                        <a:pt x="0" y="277957"/>
                      </a:cubicBezTo>
                      <a:lnTo>
                        <a:pt x="0" y="97848"/>
                      </a:lnTo>
                      <a:cubicBezTo>
                        <a:pt x="0" y="33771"/>
                        <a:pt x="32039" y="0"/>
                        <a:pt x="90920" y="0"/>
                      </a:cubicBezTo>
                      <a:cubicBezTo>
                        <a:pt x="168852" y="0"/>
                        <a:pt x="180975" y="51089"/>
                        <a:pt x="180975" y="99580"/>
                      </a:cubicBezTo>
                      <a:lnTo>
                        <a:pt x="180975" y="122959"/>
                      </a:lnTo>
                      <a:lnTo>
                        <a:pt x="109971" y="122959"/>
                      </a:lnTo>
                      <a:lnTo>
                        <a:pt x="109971" y="91786"/>
                      </a:lnTo>
                      <a:cubicBezTo>
                        <a:pt x="109971" y="71870"/>
                        <a:pt x="105641" y="61480"/>
                        <a:pt x="90920" y="61480"/>
                      </a:cubicBezTo>
                      <a:cubicBezTo>
                        <a:pt x="76200" y="61480"/>
                        <a:pt x="71871" y="71005"/>
                        <a:pt x="71871" y="91786"/>
                      </a:cubicBezTo>
                      <a:lnTo>
                        <a:pt x="71871" y="286616"/>
                      </a:lnTo>
                      <a:cubicBezTo>
                        <a:pt x="71871" y="306532"/>
                        <a:pt x="75334" y="319521"/>
                        <a:pt x="90920" y="319521"/>
                      </a:cubicBezTo>
                      <a:cubicBezTo>
                        <a:pt x="106507" y="319521"/>
                        <a:pt x="110837" y="308264"/>
                        <a:pt x="110837" y="284884"/>
                      </a:cubicBezTo>
                      <a:lnTo>
                        <a:pt x="110837" y="253711"/>
                      </a:lnTo>
                      <a:lnTo>
                        <a:pt x="181841" y="253711"/>
                      </a:lnTo>
                      <a:close/>
                    </a:path>
                  </a:pathLst>
                </a:custGeom>
                <a:grpFill/>
                <a:ln w="8653"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55DBCEB-054F-6759-E08C-A515F4E81F86}"/>
                    </a:ext>
                  </a:extLst>
                </p:cNvPr>
                <p:cNvSpPr/>
                <p:nvPr/>
              </p:nvSpPr>
              <p:spPr>
                <a:xfrm>
                  <a:off x="6416947" y="3194581"/>
                  <a:ext cx="178377" cy="368011"/>
                </a:xfrm>
                <a:custGeom>
                  <a:avLst/>
                  <a:gdLst>
                    <a:gd name="connsiteX0" fmla="*/ 53686 w 178377"/>
                    <a:gd name="connsiteY0" fmla="*/ 62345 h 368011"/>
                    <a:gd name="connsiteX1" fmla="*/ 0 w 178377"/>
                    <a:gd name="connsiteY1" fmla="*/ 62345 h 368011"/>
                    <a:gd name="connsiteX2" fmla="*/ 0 w 178377"/>
                    <a:gd name="connsiteY2" fmla="*/ 0 h 368011"/>
                    <a:gd name="connsiteX3" fmla="*/ 178377 w 178377"/>
                    <a:gd name="connsiteY3" fmla="*/ 0 h 368011"/>
                    <a:gd name="connsiteX4" fmla="*/ 178377 w 178377"/>
                    <a:gd name="connsiteY4" fmla="*/ 62345 h 368011"/>
                    <a:gd name="connsiteX5" fmla="*/ 124691 w 178377"/>
                    <a:gd name="connsiteY5" fmla="*/ 62345 h 368011"/>
                    <a:gd name="connsiteX6" fmla="*/ 124691 w 178377"/>
                    <a:gd name="connsiteY6" fmla="*/ 368011 h 368011"/>
                    <a:gd name="connsiteX7" fmla="*/ 53686 w 178377"/>
                    <a:gd name="connsiteY7" fmla="*/ 368011 h 368011"/>
                    <a:gd name="connsiteX8" fmla="*/ 53686 w 178377"/>
                    <a:gd name="connsiteY8" fmla="*/ 6234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77" h="368011">
                      <a:moveTo>
                        <a:pt x="53686" y="62345"/>
                      </a:moveTo>
                      <a:lnTo>
                        <a:pt x="0" y="62345"/>
                      </a:lnTo>
                      <a:lnTo>
                        <a:pt x="0" y="0"/>
                      </a:lnTo>
                      <a:lnTo>
                        <a:pt x="178377" y="0"/>
                      </a:lnTo>
                      <a:lnTo>
                        <a:pt x="178377" y="62345"/>
                      </a:lnTo>
                      <a:lnTo>
                        <a:pt x="124691" y="62345"/>
                      </a:lnTo>
                      <a:lnTo>
                        <a:pt x="124691" y="368011"/>
                      </a:lnTo>
                      <a:lnTo>
                        <a:pt x="53686" y="368011"/>
                      </a:lnTo>
                      <a:lnTo>
                        <a:pt x="53686" y="62345"/>
                      </a:lnTo>
                      <a:close/>
                    </a:path>
                  </a:pathLst>
                </a:custGeom>
                <a:grpFill/>
                <a:ln w="8653" cap="flat">
                  <a:noFill/>
                  <a:prstDash val="solid"/>
                  <a:miter/>
                </a:ln>
              </p:spPr>
              <p:txBody>
                <a:bodyPr rtlCol="0" anchor="ctr"/>
                <a:lstStyle/>
                <a:p>
                  <a:endParaRPr lang="en-US"/>
                </a:p>
              </p:txBody>
            </p:sp>
          </p:grpSp>
          <p:grpSp>
            <p:nvGrpSpPr>
              <p:cNvPr id="12" name="Group 11">
                <a:extLst>
                  <a:ext uri="{FF2B5EF4-FFF2-40B4-BE49-F238E27FC236}">
                    <a16:creationId xmlns:a16="http://schemas.microsoft.com/office/drawing/2014/main" id="{5DB07B22-E613-6E0B-B502-29E09D39E80F}"/>
                  </a:ext>
                </a:extLst>
              </p:cNvPr>
              <p:cNvGrpSpPr/>
              <p:nvPr/>
            </p:nvGrpSpPr>
            <p:grpSpPr>
              <a:xfrm>
                <a:off x="10392413" y="6375844"/>
                <a:ext cx="1692852" cy="380134"/>
                <a:chOff x="6708759" y="3188519"/>
                <a:chExt cx="1692852" cy="380134"/>
              </a:xfrm>
              <a:solidFill>
                <a:schemeClr val="bg1">
                  <a:lumMod val="95000"/>
                  <a:alpha val="75000"/>
                </a:schemeClr>
              </a:solidFill>
            </p:grpSpPr>
            <p:sp>
              <p:nvSpPr>
                <p:cNvPr id="13" name="Freeform 12">
                  <a:extLst>
                    <a:ext uri="{FF2B5EF4-FFF2-40B4-BE49-F238E27FC236}">
                      <a16:creationId xmlns:a16="http://schemas.microsoft.com/office/drawing/2014/main" id="{1F829B6E-D071-0589-7B47-35E172E876FC}"/>
                    </a:ext>
                  </a:extLst>
                </p:cNvPr>
                <p:cNvSpPr/>
                <p:nvPr/>
              </p:nvSpPr>
              <p:spPr>
                <a:xfrm>
                  <a:off x="670875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91C1C75C-4D80-749A-0D80-393D7BD92F97}"/>
                    </a:ext>
                  </a:extLst>
                </p:cNvPr>
                <p:cNvSpPr/>
                <p:nvPr/>
              </p:nvSpPr>
              <p:spPr>
                <a:xfrm>
                  <a:off x="6925236" y="3195447"/>
                  <a:ext cx="184438" cy="368877"/>
                </a:xfrm>
                <a:custGeom>
                  <a:avLst/>
                  <a:gdLst>
                    <a:gd name="connsiteX0" fmla="*/ 71005 w 184438"/>
                    <a:gd name="connsiteY0" fmla="*/ 207818 h 368877"/>
                    <a:gd name="connsiteX1" fmla="*/ 71005 w 184438"/>
                    <a:gd name="connsiteY1" fmla="*/ 368011 h 368877"/>
                    <a:gd name="connsiteX2" fmla="*/ 0 w 184438"/>
                    <a:gd name="connsiteY2" fmla="*/ 368011 h 368877"/>
                    <a:gd name="connsiteX3" fmla="*/ 0 w 184438"/>
                    <a:gd name="connsiteY3" fmla="*/ 0 h 368877"/>
                    <a:gd name="connsiteX4" fmla="*/ 91786 w 184438"/>
                    <a:gd name="connsiteY4" fmla="*/ 0 h 368877"/>
                    <a:gd name="connsiteX5" fmla="*/ 184439 w 184438"/>
                    <a:gd name="connsiteY5" fmla="*/ 91786 h 368877"/>
                    <a:gd name="connsiteX6" fmla="*/ 184439 w 184438"/>
                    <a:gd name="connsiteY6" fmla="*/ 104775 h 368877"/>
                    <a:gd name="connsiteX7" fmla="*/ 148071 w 184438"/>
                    <a:gd name="connsiteY7" fmla="*/ 180109 h 368877"/>
                    <a:gd name="connsiteX8" fmla="*/ 181841 w 184438"/>
                    <a:gd name="connsiteY8" fmla="*/ 259773 h 368877"/>
                    <a:gd name="connsiteX9" fmla="*/ 184439 w 184438"/>
                    <a:gd name="connsiteY9" fmla="*/ 368877 h 368877"/>
                    <a:gd name="connsiteX10" fmla="*/ 116032 w 184438"/>
                    <a:gd name="connsiteY10" fmla="*/ 368877 h 368877"/>
                    <a:gd name="connsiteX11" fmla="*/ 111702 w 184438"/>
                    <a:gd name="connsiteY11" fmla="*/ 257175 h 368877"/>
                    <a:gd name="connsiteX12" fmla="*/ 79664 w 184438"/>
                    <a:gd name="connsiteY12" fmla="*/ 208684 h 368877"/>
                    <a:gd name="connsiteX13" fmla="*/ 71005 w 184438"/>
                    <a:gd name="connsiteY13" fmla="*/ 208684 h 368877"/>
                    <a:gd name="connsiteX14" fmla="*/ 71005 w 184438"/>
                    <a:gd name="connsiteY14" fmla="*/ 151534 h 368877"/>
                    <a:gd name="connsiteX15" fmla="*/ 79664 w 184438"/>
                    <a:gd name="connsiteY15" fmla="*/ 151534 h 368877"/>
                    <a:gd name="connsiteX16" fmla="*/ 112568 w 184438"/>
                    <a:gd name="connsiteY16" fmla="*/ 109971 h 368877"/>
                    <a:gd name="connsiteX17" fmla="*/ 112568 w 184438"/>
                    <a:gd name="connsiteY17" fmla="*/ 91786 h 368877"/>
                    <a:gd name="connsiteX18" fmla="*/ 81395 w 184438"/>
                    <a:gd name="connsiteY18" fmla="*/ 54552 h 368877"/>
                    <a:gd name="connsiteX19" fmla="*/ 70139 w 184438"/>
                    <a:gd name="connsiteY19" fmla="*/ 54552 h 368877"/>
                    <a:gd name="connsiteX20" fmla="*/ 70139 w 184438"/>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4438" h="368877">
                      <a:moveTo>
                        <a:pt x="71005" y="207818"/>
                      </a:moveTo>
                      <a:lnTo>
                        <a:pt x="71005" y="368011"/>
                      </a:lnTo>
                      <a:lnTo>
                        <a:pt x="0" y="368011"/>
                      </a:lnTo>
                      <a:lnTo>
                        <a:pt x="0" y="0"/>
                      </a:lnTo>
                      <a:lnTo>
                        <a:pt x="91786" y="0"/>
                      </a:lnTo>
                      <a:cubicBezTo>
                        <a:pt x="153266" y="0"/>
                        <a:pt x="184439" y="26843"/>
                        <a:pt x="184439" y="91786"/>
                      </a:cubicBezTo>
                      <a:lnTo>
                        <a:pt x="184439" y="104775"/>
                      </a:lnTo>
                      <a:cubicBezTo>
                        <a:pt x="184439" y="157596"/>
                        <a:pt x="163657" y="173182"/>
                        <a:pt x="148071" y="180109"/>
                      </a:cubicBezTo>
                      <a:cubicBezTo>
                        <a:pt x="170584" y="191366"/>
                        <a:pt x="181841" y="207818"/>
                        <a:pt x="181841" y="259773"/>
                      </a:cubicBezTo>
                      <a:cubicBezTo>
                        <a:pt x="181841" y="295275"/>
                        <a:pt x="180975" y="348961"/>
                        <a:pt x="184439" y="368877"/>
                      </a:cubicBezTo>
                      <a:lnTo>
                        <a:pt x="116032" y="368877"/>
                      </a:lnTo>
                      <a:cubicBezTo>
                        <a:pt x="111702" y="352425"/>
                        <a:pt x="111702" y="303934"/>
                        <a:pt x="111702" y="257175"/>
                      </a:cubicBezTo>
                      <a:cubicBezTo>
                        <a:pt x="111702" y="215611"/>
                        <a:pt x="107373" y="208684"/>
                        <a:pt x="79664" y="208684"/>
                      </a:cubicBezTo>
                      <a:lnTo>
                        <a:pt x="71005" y="208684"/>
                      </a:lnTo>
                      <a:close/>
                      <a:moveTo>
                        <a:pt x="71005" y="151534"/>
                      </a:moveTo>
                      <a:lnTo>
                        <a:pt x="79664" y="151534"/>
                      </a:lnTo>
                      <a:cubicBezTo>
                        <a:pt x="103043" y="151534"/>
                        <a:pt x="112568" y="143741"/>
                        <a:pt x="112568" y="109971"/>
                      </a:cubicBezTo>
                      <a:lnTo>
                        <a:pt x="112568" y="91786"/>
                      </a:lnTo>
                      <a:cubicBezTo>
                        <a:pt x="112568" y="66675"/>
                        <a:pt x="107373" y="54552"/>
                        <a:pt x="81395" y="54552"/>
                      </a:cubicBezTo>
                      <a:lnTo>
                        <a:pt x="70139" y="54552"/>
                      </a:lnTo>
                      <a:lnTo>
                        <a:pt x="70139" y="151534"/>
                      </a:lnTo>
                      <a:close/>
                    </a:path>
                  </a:pathLst>
                </a:custGeom>
                <a:grpFill/>
                <a:ln w="8653"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97E6E08-D401-D10D-FEBA-D1859B962619}"/>
                    </a:ext>
                  </a:extLst>
                </p:cNvPr>
                <p:cNvSpPr/>
                <p:nvPr/>
              </p:nvSpPr>
              <p:spPr>
                <a:xfrm>
                  <a:off x="7141713"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30"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79664" y="60614"/>
                        <a:pt x="71870" y="71005"/>
                        <a:pt x="71870" y="96116"/>
                      </a:cubicBezTo>
                      <a:close/>
                    </a:path>
                  </a:pathLst>
                </a:custGeom>
                <a:grpFill/>
                <a:ln w="8653"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E91D73C-9BA9-4774-3486-C35B85A0CA68}"/>
                    </a:ext>
                  </a:extLst>
                </p:cNvPr>
                <p:cNvSpPr/>
                <p:nvPr/>
              </p:nvSpPr>
              <p:spPr>
                <a:xfrm>
                  <a:off x="737117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72B8EAC-CF3F-E80F-11DB-78F01B5CF2D9}"/>
                    </a:ext>
                  </a:extLst>
                </p:cNvPr>
                <p:cNvSpPr/>
                <p:nvPr/>
              </p:nvSpPr>
              <p:spPr>
                <a:xfrm>
                  <a:off x="7585059"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3" y="318655"/>
                        <a:pt x="95250" y="318655"/>
                      </a:cubicBezTo>
                      <a:cubicBezTo>
                        <a:pt x="111702" y="318655"/>
                        <a:pt x="119495" y="308264"/>
                        <a:pt x="119495" y="284018"/>
                      </a:cubicBezTo>
                      <a:lnTo>
                        <a:pt x="119495" y="95250"/>
                      </a:lnTo>
                      <a:cubicBezTo>
                        <a:pt x="119495" y="71870"/>
                        <a:pt x="113434" y="60614"/>
                        <a:pt x="95250" y="60614"/>
                      </a:cubicBezTo>
                      <a:cubicBezTo>
                        <a:pt x="80529" y="60614"/>
                        <a:pt x="71870" y="71005"/>
                        <a:pt x="71870" y="96116"/>
                      </a:cubicBezTo>
                      <a:close/>
                    </a:path>
                  </a:pathLst>
                </a:custGeom>
                <a:grpFill/>
                <a:ln w="8653"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953C3684-23B8-A92D-5AAA-5F1B4F80C7DD}"/>
                    </a:ext>
                  </a:extLst>
                </p:cNvPr>
                <p:cNvSpPr/>
                <p:nvPr/>
              </p:nvSpPr>
              <p:spPr>
                <a:xfrm>
                  <a:off x="7805866" y="3188519"/>
                  <a:ext cx="182706" cy="379268"/>
                </a:xfrm>
                <a:custGeom>
                  <a:avLst/>
                  <a:gdLst>
                    <a:gd name="connsiteX0" fmla="*/ 68407 w 182706"/>
                    <a:gd name="connsiteY0" fmla="*/ 260639 h 379268"/>
                    <a:gd name="connsiteX1" fmla="*/ 68407 w 182706"/>
                    <a:gd name="connsiteY1" fmla="*/ 285750 h 379268"/>
                    <a:gd name="connsiteX2" fmla="*/ 90920 w 182706"/>
                    <a:gd name="connsiteY2" fmla="*/ 321252 h 379268"/>
                    <a:gd name="connsiteX3" fmla="*/ 110836 w 182706"/>
                    <a:gd name="connsiteY3" fmla="*/ 287482 h 379268"/>
                    <a:gd name="connsiteX4" fmla="*/ 66675 w 182706"/>
                    <a:gd name="connsiteY4" fmla="*/ 211282 h 379268"/>
                    <a:gd name="connsiteX5" fmla="*/ 3464 w 182706"/>
                    <a:gd name="connsiteY5" fmla="*/ 101311 h 379268"/>
                    <a:gd name="connsiteX6" fmla="*/ 90920 w 182706"/>
                    <a:gd name="connsiteY6" fmla="*/ 0 h 379268"/>
                    <a:gd name="connsiteX7" fmla="*/ 175779 w 182706"/>
                    <a:gd name="connsiteY7" fmla="*/ 92652 h 379268"/>
                    <a:gd name="connsiteX8" fmla="*/ 175779 w 182706"/>
                    <a:gd name="connsiteY8" fmla="*/ 113434 h 379268"/>
                    <a:gd name="connsiteX9" fmla="*/ 109104 w 182706"/>
                    <a:gd name="connsiteY9" fmla="*/ 113434 h 379268"/>
                    <a:gd name="connsiteX10" fmla="*/ 109104 w 182706"/>
                    <a:gd name="connsiteY10" fmla="*/ 91786 h 379268"/>
                    <a:gd name="connsiteX11" fmla="*/ 91786 w 182706"/>
                    <a:gd name="connsiteY11" fmla="*/ 58016 h 379268"/>
                    <a:gd name="connsiteX12" fmla="*/ 74468 w 182706"/>
                    <a:gd name="connsiteY12" fmla="*/ 90054 h 379268"/>
                    <a:gd name="connsiteX13" fmla="*/ 109104 w 182706"/>
                    <a:gd name="connsiteY13" fmla="*/ 147205 h 379268"/>
                    <a:gd name="connsiteX14" fmla="*/ 182707 w 182706"/>
                    <a:gd name="connsiteY14" fmla="*/ 274493 h 379268"/>
                    <a:gd name="connsiteX15" fmla="*/ 90055 w 182706"/>
                    <a:gd name="connsiteY15" fmla="*/ 379268 h 379268"/>
                    <a:gd name="connsiteX16" fmla="*/ 0 w 182706"/>
                    <a:gd name="connsiteY16" fmla="*/ 282286 h 379268"/>
                    <a:gd name="connsiteX17" fmla="*/ 0 w 182706"/>
                    <a:gd name="connsiteY17" fmla="*/ 260639 h 379268"/>
                    <a:gd name="connsiteX18" fmla="*/ 68407 w 182706"/>
                    <a:gd name="connsiteY18" fmla="*/ 260639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706" h="379268">
                      <a:moveTo>
                        <a:pt x="68407" y="260639"/>
                      </a:moveTo>
                      <a:lnTo>
                        <a:pt x="68407" y="285750"/>
                      </a:lnTo>
                      <a:cubicBezTo>
                        <a:pt x="68407" y="309995"/>
                        <a:pt x="74468" y="321252"/>
                        <a:pt x="90920" y="321252"/>
                      </a:cubicBezTo>
                      <a:cubicBezTo>
                        <a:pt x="107373" y="321252"/>
                        <a:pt x="110836" y="304800"/>
                        <a:pt x="110836" y="287482"/>
                      </a:cubicBezTo>
                      <a:cubicBezTo>
                        <a:pt x="110836" y="252845"/>
                        <a:pt x="103909" y="242455"/>
                        <a:pt x="66675" y="211282"/>
                      </a:cubicBezTo>
                      <a:cubicBezTo>
                        <a:pt x="25111" y="175779"/>
                        <a:pt x="3464" y="154998"/>
                        <a:pt x="3464" y="101311"/>
                      </a:cubicBezTo>
                      <a:cubicBezTo>
                        <a:pt x="3464" y="48491"/>
                        <a:pt x="20782" y="0"/>
                        <a:pt x="90920" y="0"/>
                      </a:cubicBezTo>
                      <a:cubicBezTo>
                        <a:pt x="165388" y="0"/>
                        <a:pt x="175779" y="50223"/>
                        <a:pt x="175779" y="92652"/>
                      </a:cubicBezTo>
                      <a:lnTo>
                        <a:pt x="175779" y="113434"/>
                      </a:lnTo>
                      <a:lnTo>
                        <a:pt x="109104" y="113434"/>
                      </a:lnTo>
                      <a:lnTo>
                        <a:pt x="109104" y="91786"/>
                      </a:lnTo>
                      <a:cubicBezTo>
                        <a:pt x="109104" y="69273"/>
                        <a:pt x="105641" y="58016"/>
                        <a:pt x="91786" y="58016"/>
                      </a:cubicBezTo>
                      <a:cubicBezTo>
                        <a:pt x="78798" y="58016"/>
                        <a:pt x="74468" y="69273"/>
                        <a:pt x="74468" y="90054"/>
                      </a:cubicBezTo>
                      <a:cubicBezTo>
                        <a:pt x="74468" y="112568"/>
                        <a:pt x="78798" y="122959"/>
                        <a:pt x="109104" y="147205"/>
                      </a:cubicBezTo>
                      <a:cubicBezTo>
                        <a:pt x="163657" y="189634"/>
                        <a:pt x="182707" y="213880"/>
                        <a:pt x="182707" y="274493"/>
                      </a:cubicBezTo>
                      <a:cubicBezTo>
                        <a:pt x="182707" y="332509"/>
                        <a:pt x="162791" y="379268"/>
                        <a:pt x="90055" y="379268"/>
                      </a:cubicBezTo>
                      <a:cubicBezTo>
                        <a:pt x="19916" y="379268"/>
                        <a:pt x="0" y="336839"/>
                        <a:pt x="0" y="282286"/>
                      </a:cubicBezTo>
                      <a:lnTo>
                        <a:pt x="0" y="260639"/>
                      </a:lnTo>
                      <a:lnTo>
                        <a:pt x="68407" y="260639"/>
                      </a:lnTo>
                      <a:close/>
                    </a:path>
                  </a:pathLst>
                </a:custGeom>
                <a:grpFill/>
                <a:ln w="8653"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2FCB75BD-F220-A64B-3DC2-F2FAE29FC036}"/>
                    </a:ext>
                  </a:extLst>
                </p:cNvPr>
                <p:cNvSpPr/>
                <p:nvPr/>
              </p:nvSpPr>
              <p:spPr>
                <a:xfrm>
                  <a:off x="8006757" y="3194581"/>
                  <a:ext cx="211281" cy="368011"/>
                </a:xfrm>
                <a:custGeom>
                  <a:avLst/>
                  <a:gdLst>
                    <a:gd name="connsiteX0" fmla="*/ 80530 w 211281"/>
                    <a:gd name="connsiteY0" fmla="*/ 280555 h 368011"/>
                    <a:gd name="connsiteX1" fmla="*/ 71871 w 211281"/>
                    <a:gd name="connsiteY1" fmla="*/ 368011 h 368011"/>
                    <a:gd name="connsiteX2" fmla="*/ 0 w 211281"/>
                    <a:gd name="connsiteY2" fmla="*/ 368011 h 368011"/>
                    <a:gd name="connsiteX3" fmla="*/ 51955 w 211281"/>
                    <a:gd name="connsiteY3" fmla="*/ 0 h 368011"/>
                    <a:gd name="connsiteX4" fmla="*/ 157596 w 211281"/>
                    <a:gd name="connsiteY4" fmla="*/ 0 h 368011"/>
                    <a:gd name="connsiteX5" fmla="*/ 211282 w 211281"/>
                    <a:gd name="connsiteY5" fmla="*/ 368011 h 368011"/>
                    <a:gd name="connsiteX6" fmla="*/ 137680 w 211281"/>
                    <a:gd name="connsiteY6" fmla="*/ 368011 h 368011"/>
                    <a:gd name="connsiteX7" fmla="*/ 127289 w 211281"/>
                    <a:gd name="connsiteY7" fmla="*/ 280555 h 368011"/>
                    <a:gd name="connsiteX8" fmla="*/ 80530 w 211281"/>
                    <a:gd name="connsiteY8" fmla="*/ 280555 h 368011"/>
                    <a:gd name="connsiteX9" fmla="*/ 120361 w 211281"/>
                    <a:gd name="connsiteY9" fmla="*/ 218209 h 368011"/>
                    <a:gd name="connsiteX10" fmla="*/ 103909 w 211281"/>
                    <a:gd name="connsiteY10" fmla="*/ 64077 h 368011"/>
                    <a:gd name="connsiteX11" fmla="*/ 101311 w 211281"/>
                    <a:gd name="connsiteY11" fmla="*/ 64077 h 368011"/>
                    <a:gd name="connsiteX12" fmla="*/ 86591 w 211281"/>
                    <a:gd name="connsiteY12" fmla="*/ 218209 h 368011"/>
                    <a:gd name="connsiteX13" fmla="*/ 120361 w 211281"/>
                    <a:gd name="connsiteY13" fmla="*/ 218209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281" h="368011">
                      <a:moveTo>
                        <a:pt x="80530" y="280555"/>
                      </a:moveTo>
                      <a:lnTo>
                        <a:pt x="71871" y="368011"/>
                      </a:lnTo>
                      <a:lnTo>
                        <a:pt x="0" y="368011"/>
                      </a:lnTo>
                      <a:lnTo>
                        <a:pt x="51955" y="0"/>
                      </a:lnTo>
                      <a:lnTo>
                        <a:pt x="157596" y="0"/>
                      </a:lnTo>
                      <a:lnTo>
                        <a:pt x="211282" y="368011"/>
                      </a:lnTo>
                      <a:lnTo>
                        <a:pt x="137680" y="368011"/>
                      </a:lnTo>
                      <a:lnTo>
                        <a:pt x="127289" y="280555"/>
                      </a:lnTo>
                      <a:lnTo>
                        <a:pt x="80530" y="280555"/>
                      </a:lnTo>
                      <a:close/>
                      <a:moveTo>
                        <a:pt x="120361" y="218209"/>
                      </a:moveTo>
                      <a:cubicBezTo>
                        <a:pt x="115166" y="171450"/>
                        <a:pt x="107373" y="99580"/>
                        <a:pt x="103909" y="64077"/>
                      </a:cubicBezTo>
                      <a:lnTo>
                        <a:pt x="101311" y="64077"/>
                      </a:lnTo>
                      <a:cubicBezTo>
                        <a:pt x="100446" y="90054"/>
                        <a:pt x="90920" y="172316"/>
                        <a:pt x="86591" y="218209"/>
                      </a:cubicBezTo>
                      <a:lnTo>
                        <a:pt x="120361" y="218209"/>
                      </a:lnTo>
                      <a:close/>
                    </a:path>
                  </a:pathLst>
                </a:custGeom>
                <a:grpFill/>
                <a:ln w="8653"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1B75DA6-5162-41A8-E714-746C8925A81B}"/>
                    </a:ext>
                  </a:extLst>
                </p:cNvPr>
                <p:cNvSpPr/>
                <p:nvPr/>
              </p:nvSpPr>
              <p:spPr>
                <a:xfrm>
                  <a:off x="8242284" y="3194581"/>
                  <a:ext cx="159327" cy="368877"/>
                </a:xfrm>
                <a:custGeom>
                  <a:avLst/>
                  <a:gdLst>
                    <a:gd name="connsiteX0" fmla="*/ 0 w 159327"/>
                    <a:gd name="connsiteY0" fmla="*/ 0 h 368877"/>
                    <a:gd name="connsiteX1" fmla="*/ 71004 w 159327"/>
                    <a:gd name="connsiteY1" fmla="*/ 0 h 368877"/>
                    <a:gd name="connsiteX2" fmla="*/ 71004 w 159327"/>
                    <a:gd name="connsiteY2" fmla="*/ 306532 h 368877"/>
                    <a:gd name="connsiteX3" fmla="*/ 159327 w 159327"/>
                    <a:gd name="connsiteY3" fmla="*/ 306532 h 368877"/>
                    <a:gd name="connsiteX4" fmla="*/ 153266 w 159327"/>
                    <a:gd name="connsiteY4" fmla="*/ 368877 h 368877"/>
                    <a:gd name="connsiteX5" fmla="*/ 0 w 159327"/>
                    <a:gd name="connsiteY5" fmla="*/ 368877 h 368877"/>
                    <a:gd name="connsiteX6" fmla="*/ 0 w 159327"/>
                    <a:gd name="connsiteY6" fmla="*/ 0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27" h="368877">
                      <a:moveTo>
                        <a:pt x="0" y="0"/>
                      </a:moveTo>
                      <a:lnTo>
                        <a:pt x="71004" y="0"/>
                      </a:lnTo>
                      <a:lnTo>
                        <a:pt x="71004" y="306532"/>
                      </a:lnTo>
                      <a:lnTo>
                        <a:pt x="159327" y="306532"/>
                      </a:lnTo>
                      <a:lnTo>
                        <a:pt x="153266" y="368877"/>
                      </a:lnTo>
                      <a:lnTo>
                        <a:pt x="0" y="368877"/>
                      </a:lnTo>
                      <a:lnTo>
                        <a:pt x="0" y="0"/>
                      </a:lnTo>
                      <a:close/>
                    </a:path>
                  </a:pathLst>
                </a:custGeom>
                <a:grpFill/>
                <a:ln w="8653" cap="flat">
                  <a:noFill/>
                  <a:prstDash val="solid"/>
                  <a:miter/>
                </a:ln>
              </p:spPr>
              <p:txBody>
                <a:bodyPr rtlCol="0" anchor="ctr"/>
                <a:lstStyle/>
                <a:p>
                  <a:endParaRPr lang="en-US"/>
                </a:p>
              </p:txBody>
            </p:sp>
          </p:grpSp>
        </p:grpSp>
      </p:grpSp>
      <p:sp>
        <p:nvSpPr>
          <p:cNvPr id="2" name="Rectangle 1">
            <a:extLst>
              <a:ext uri="{FF2B5EF4-FFF2-40B4-BE49-F238E27FC236}">
                <a16:creationId xmlns:a16="http://schemas.microsoft.com/office/drawing/2014/main" id="{A1945B4B-641E-9CDE-D686-9BAE5943AE4F}"/>
              </a:ext>
            </a:extLst>
          </p:cNvPr>
          <p:cNvSpPr/>
          <p:nvPr/>
        </p:nvSpPr>
        <p:spPr>
          <a:xfrm>
            <a:off x="814493" y="1531917"/>
            <a:ext cx="10542619" cy="973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US" sz="6000" kern="100" dirty="0">
                <a:solidFill>
                  <a:srgbClr val="19444A"/>
                </a:solidFill>
                <a:latin typeface="Courier" pitchFamily="2" charset="0"/>
                <a:ea typeface="Calibri" panose="020F0502020204030204" pitchFamily="34" charset="0"/>
                <a:cs typeface="Times New Roman" panose="02020603050405020304" pitchFamily="18" charset="0"/>
              </a:rPr>
              <a:t>COMMUNITY </a:t>
            </a:r>
          </a:p>
          <a:p>
            <a:pPr algn="ctr"/>
            <a:r>
              <a:rPr lang="en-US" sz="6000" kern="100">
                <a:solidFill>
                  <a:srgbClr val="19444A"/>
                </a:solidFill>
                <a:latin typeface="Courier" pitchFamily="2" charset="0"/>
                <a:ea typeface="Calibri" panose="020F0502020204030204" pitchFamily="34" charset="0"/>
                <a:cs typeface="Times New Roman" panose="02020603050405020304" pitchFamily="18" charset="0"/>
              </a:rPr>
              <a:t>MARKET PLACE</a:t>
            </a:r>
            <a:endParaRPr lang="en-US" sz="6000" kern="100" dirty="0">
              <a:solidFill>
                <a:srgbClr val="19444A"/>
              </a:solidFill>
              <a:effectLst/>
              <a:latin typeface="Courier" pitchFamily="2"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FDB59CB-2A88-326F-B50C-13DD5449741C}"/>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800" dirty="0" err="1">
                <a:solidFill>
                  <a:schemeClr val="tx1">
                    <a:lumMod val="65000"/>
                    <a:lumOff val="35000"/>
                  </a:schemeClr>
                </a:solidFill>
                <a:latin typeface="Century Gothic" panose="020B0502020202020204" pitchFamily="34" charset="0"/>
                <a:cs typeface="Times New Roman" panose="02020603050405020304" pitchFamily="18" charset="0"/>
              </a:rPr>
              <a:t>Mr.M</a:t>
            </a:r>
            <a:r>
              <a:rPr lang="en-US" sz="2800" dirty="0">
                <a:solidFill>
                  <a:schemeClr val="tx1">
                    <a:lumMod val="65000"/>
                    <a:lumOff val="35000"/>
                  </a:schemeClr>
                </a:solidFill>
                <a:latin typeface="Century Gothic" panose="020B0502020202020204" pitchFamily="34" charset="0"/>
                <a:cs typeface="Times New Roman" panose="02020603050405020304" pitchFamily="18" charset="0"/>
              </a:rPr>
              <a:t>. </a:t>
            </a:r>
            <a:r>
              <a:rPr lang="en-US" sz="2800" dirty="0" err="1">
                <a:solidFill>
                  <a:schemeClr val="tx1">
                    <a:lumMod val="65000"/>
                    <a:lumOff val="35000"/>
                  </a:schemeClr>
                </a:solidFill>
                <a:latin typeface="Century Gothic" panose="020B0502020202020204" pitchFamily="34" charset="0"/>
                <a:cs typeface="Times New Roman" panose="02020603050405020304" pitchFamily="18" charset="0"/>
              </a:rPr>
              <a:t>Purnachandrarao</a:t>
            </a:r>
            <a:endParaRPr lang="en-US" sz="2800" dirty="0">
              <a:solidFill>
                <a:schemeClr val="tx1">
                  <a:lumMod val="65000"/>
                  <a:lumOff val="35000"/>
                </a:schemeClr>
              </a:solidFill>
              <a:latin typeface="Century Gothic" panose="020B050202020202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3E3C2C58-2014-1BD3-9E5A-1F38662690B2}"/>
              </a:ext>
            </a:extLst>
          </p:cNvPr>
          <p:cNvSpPr/>
          <p:nvPr/>
        </p:nvSpPr>
        <p:spPr>
          <a:xfrm>
            <a:off x="814493" y="4215897"/>
            <a:ext cx="2377440" cy="3200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400" kern="100" dirty="0">
                <a:solidFill>
                  <a:schemeClr val="tx1">
                    <a:lumMod val="50000"/>
                    <a:lumOff val="50000"/>
                  </a:schemeClr>
                </a:solidFill>
                <a:effectLst/>
                <a:latin typeface="Courier" pitchFamily="2" charset="0"/>
                <a:ea typeface="Calibri" panose="020F0502020204030204" pitchFamily="34" charset="0"/>
                <a:cs typeface="Times New Roman" panose="02020603050405020304" pitchFamily="18" charset="0"/>
              </a:rPr>
              <a:t>Guide Name</a:t>
            </a:r>
          </a:p>
        </p:txBody>
      </p:sp>
      <p:sp>
        <p:nvSpPr>
          <p:cNvPr id="7" name="Rectangle 6">
            <a:extLst>
              <a:ext uri="{FF2B5EF4-FFF2-40B4-BE49-F238E27FC236}">
                <a16:creationId xmlns:a16="http://schemas.microsoft.com/office/drawing/2014/main" id="{FD1C13CB-3A48-EC96-8A6B-A0B442263428}"/>
              </a:ext>
            </a:extLst>
          </p:cNvPr>
          <p:cNvSpPr/>
          <p:nvPr/>
        </p:nvSpPr>
        <p:spPr>
          <a:xfrm>
            <a:off x="6186262" y="6292792"/>
            <a:ext cx="5943600"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000" dirty="0">
                <a:solidFill>
                  <a:schemeClr val="bg1"/>
                </a:solidFill>
                <a:latin typeface="Century Gothic" panose="020B0502020202020204" pitchFamily="34" charset="0"/>
                <a:cs typeface="Times New Roman" panose="02020603050405020304" pitchFamily="18" charset="0"/>
              </a:rPr>
              <a:t>2025-Minor-B-4 </a:t>
            </a:r>
            <a:endParaRPr lang="en-US" sz="2000" dirty="0">
              <a:solidFill>
                <a:schemeClr val="bg1"/>
              </a:solidFill>
            </a:endParaRPr>
          </a:p>
        </p:txBody>
      </p:sp>
      <p:sp>
        <p:nvSpPr>
          <p:cNvPr id="8" name="Rectangle 7">
            <a:extLst>
              <a:ext uri="{FF2B5EF4-FFF2-40B4-BE49-F238E27FC236}">
                <a16:creationId xmlns:a16="http://schemas.microsoft.com/office/drawing/2014/main" id="{49B6A895-E82F-23E8-8812-E73ACE4830D4}"/>
              </a:ext>
            </a:extLst>
          </p:cNvPr>
          <p:cNvSpPr/>
          <p:nvPr/>
        </p:nvSpPr>
        <p:spPr>
          <a:xfrm>
            <a:off x="6135465" y="5972750"/>
            <a:ext cx="1954984" cy="3200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kern="100" dirty="0">
                <a:solidFill>
                  <a:schemeClr val="bg1">
                    <a:lumMod val="85000"/>
                  </a:schemeClr>
                </a:solidFill>
                <a:latin typeface="Courier" pitchFamily="2" charset="0"/>
                <a:ea typeface="Calibri" panose="020F0502020204030204" pitchFamily="34" charset="0"/>
                <a:cs typeface="Times New Roman" panose="02020603050405020304" pitchFamily="18" charset="0"/>
              </a:rPr>
              <a:t>prepared by</a:t>
            </a:r>
            <a:endParaRPr lang="en-US" kern="100" dirty="0">
              <a:solidFill>
                <a:schemeClr val="bg1">
                  <a:lumMod val="85000"/>
                </a:schemeClr>
              </a:solidFill>
              <a:effectLst/>
              <a:latin typeface="Courier" pitchFamily="2"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8AE02115-26DD-D618-831B-71ABB446BB7A}"/>
              </a:ext>
            </a:extLst>
          </p:cNvPr>
          <p:cNvSpPr/>
          <p:nvPr/>
        </p:nvSpPr>
        <p:spPr>
          <a:xfrm>
            <a:off x="835949" y="6292792"/>
            <a:ext cx="1005840"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0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0.4.0</a:t>
            </a:r>
          </a:p>
          <a:p>
            <a:endParaRPr lang="en-US" sz="20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endParaRPr>
          </a:p>
          <a:p>
            <a:endParaRPr lang="en-US" sz="2000" dirty="0">
              <a:solidFill>
                <a:srgbClr val="284348"/>
              </a:solidFill>
            </a:endParaRPr>
          </a:p>
        </p:txBody>
      </p:sp>
      <p:sp>
        <p:nvSpPr>
          <p:cNvPr id="17" name="Rectangle 16">
            <a:extLst>
              <a:ext uri="{FF2B5EF4-FFF2-40B4-BE49-F238E27FC236}">
                <a16:creationId xmlns:a16="http://schemas.microsoft.com/office/drawing/2014/main" id="{34CE377E-0306-3D88-A1FA-A5C47F185AF9}"/>
              </a:ext>
            </a:extLst>
          </p:cNvPr>
          <p:cNvSpPr/>
          <p:nvPr/>
        </p:nvSpPr>
        <p:spPr>
          <a:xfrm>
            <a:off x="785150" y="5972750"/>
            <a:ext cx="1005840" cy="3200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kern="100" dirty="0">
                <a:solidFill>
                  <a:schemeClr val="tx1">
                    <a:lumMod val="65000"/>
                    <a:lumOff val="35000"/>
                  </a:schemeClr>
                </a:solidFill>
                <a:latin typeface="Courier" pitchFamily="2" charset="0"/>
                <a:ea typeface="Calibri" panose="020F0502020204030204" pitchFamily="34" charset="0"/>
                <a:cs typeface="Times New Roman" panose="02020603050405020304" pitchFamily="18" charset="0"/>
              </a:rPr>
              <a:t>version</a:t>
            </a:r>
            <a:endParaRPr lang="en-US" kern="100" dirty="0">
              <a:solidFill>
                <a:schemeClr val="tx1">
                  <a:lumMod val="65000"/>
                  <a:lumOff val="35000"/>
                </a:schemeClr>
              </a:solidFill>
              <a:effectLst/>
              <a:latin typeface="Courier" pitchFamily="2" charset="0"/>
              <a:ea typeface="Calibri" panose="020F050202020403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68326BEB-111A-260F-7B88-4EA31252CB52}"/>
              </a:ext>
            </a:extLst>
          </p:cNvPr>
          <p:cNvSpPr/>
          <p:nvPr/>
        </p:nvSpPr>
        <p:spPr>
          <a:xfrm>
            <a:off x="2749565" y="6292792"/>
            <a:ext cx="1554480"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0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01/05/2025</a:t>
            </a:r>
            <a:endParaRPr lang="en-US" sz="2000" dirty="0">
              <a:solidFill>
                <a:srgbClr val="284348"/>
              </a:solidFill>
            </a:endParaRPr>
          </a:p>
        </p:txBody>
      </p:sp>
      <p:sp>
        <p:nvSpPr>
          <p:cNvPr id="31" name="Rectangle 30">
            <a:extLst>
              <a:ext uri="{FF2B5EF4-FFF2-40B4-BE49-F238E27FC236}">
                <a16:creationId xmlns:a16="http://schemas.microsoft.com/office/drawing/2014/main" id="{F94B0459-1CB2-0E11-7B98-FBBBE2509DEA}"/>
              </a:ext>
            </a:extLst>
          </p:cNvPr>
          <p:cNvSpPr/>
          <p:nvPr/>
        </p:nvSpPr>
        <p:spPr>
          <a:xfrm>
            <a:off x="2698766" y="5972750"/>
            <a:ext cx="1554480" cy="3200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kern="100" dirty="0">
                <a:solidFill>
                  <a:schemeClr val="tx1">
                    <a:lumMod val="65000"/>
                    <a:lumOff val="35000"/>
                  </a:schemeClr>
                </a:solidFill>
                <a:latin typeface="Courier" pitchFamily="2" charset="0"/>
                <a:ea typeface="Calibri" panose="020F0502020204030204" pitchFamily="34" charset="0"/>
                <a:cs typeface="Times New Roman" panose="02020603050405020304" pitchFamily="18" charset="0"/>
              </a:rPr>
              <a:t>valid until</a:t>
            </a:r>
            <a:endParaRPr lang="en-US" kern="100" dirty="0">
              <a:solidFill>
                <a:schemeClr val="tx1">
                  <a:lumMod val="65000"/>
                  <a:lumOff val="35000"/>
                </a:schemeClr>
              </a:solidFill>
              <a:effectLst/>
              <a:latin typeface="Courier" pitchFamily="2" charset="0"/>
              <a:ea typeface="Calibri" panose="020F0502020204030204" pitchFamily="34" charset="0"/>
              <a:cs typeface="Times New Roman" panose="02020603050405020304" pitchFamily="18" charset="0"/>
            </a:endParaRPr>
          </a:p>
        </p:txBody>
      </p:sp>
      <p:sp>
        <p:nvSpPr>
          <p:cNvPr id="34" name="Rectangle 33">
            <a:extLst>
              <a:ext uri="{FF2B5EF4-FFF2-40B4-BE49-F238E27FC236}">
                <a16:creationId xmlns:a16="http://schemas.microsoft.com/office/drawing/2014/main" id="{74F796AE-057B-C555-3B5C-0465ABCAB6D0}"/>
              </a:ext>
            </a:extLst>
          </p:cNvPr>
          <p:cNvSpPr/>
          <p:nvPr/>
        </p:nvSpPr>
        <p:spPr>
          <a:xfrm>
            <a:off x="-4905" y="5797530"/>
            <a:ext cx="12196905" cy="81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sp>
        <p:nvSpPr>
          <p:cNvPr id="36" name="TextBox 35">
            <a:extLst>
              <a:ext uri="{FF2B5EF4-FFF2-40B4-BE49-F238E27FC236}">
                <a16:creationId xmlns:a16="http://schemas.microsoft.com/office/drawing/2014/main" id="{AEF8E76A-A581-EB9A-95E5-1A50A28CDA80}"/>
              </a:ext>
            </a:extLst>
          </p:cNvPr>
          <p:cNvSpPr txBox="1"/>
          <p:nvPr/>
        </p:nvSpPr>
        <p:spPr>
          <a:xfrm>
            <a:off x="8844823" y="5838203"/>
            <a:ext cx="3285039" cy="1200329"/>
          </a:xfrm>
          <a:prstGeom prst="rect">
            <a:avLst/>
          </a:prstGeom>
          <a:noFill/>
        </p:spPr>
        <p:txBody>
          <a:bodyPr wrap="square">
            <a:spAutoFit/>
          </a:bodyPr>
          <a:lstStyle/>
          <a:p>
            <a:r>
              <a:rPr lang="en-US" kern="100" dirty="0" err="1">
                <a:effectLst/>
                <a:latin typeface="Courier" pitchFamily="2" charset="0"/>
                <a:ea typeface="Calibri" panose="020F0502020204030204" pitchFamily="34" charset="0"/>
                <a:cs typeface="Times New Roman" panose="02020603050405020304" pitchFamily="18" charset="0"/>
              </a:rPr>
              <a:t>S.Bhargav</a:t>
            </a:r>
            <a:r>
              <a:rPr lang="en-US" kern="100" dirty="0">
                <a:latin typeface="Courier" pitchFamily="2" charset="0"/>
                <a:ea typeface="Calibri" panose="020F0502020204030204" pitchFamily="34" charset="0"/>
                <a:cs typeface="Times New Roman" panose="02020603050405020304" pitchFamily="18" charset="0"/>
              </a:rPr>
              <a:t>(23211A67A7)</a:t>
            </a:r>
            <a:endParaRPr lang="en-US" kern="100" dirty="0">
              <a:effectLst/>
              <a:latin typeface="Courier" pitchFamily="2" charset="0"/>
              <a:ea typeface="Calibri" panose="020F0502020204030204" pitchFamily="34" charset="0"/>
              <a:cs typeface="Times New Roman" panose="02020603050405020304" pitchFamily="18" charset="0"/>
            </a:endParaRPr>
          </a:p>
          <a:p>
            <a:r>
              <a:rPr lang="en-US" kern="100" dirty="0" err="1">
                <a:latin typeface="Courier" pitchFamily="2" charset="0"/>
                <a:ea typeface="Calibri" panose="020F0502020204030204" pitchFamily="34" charset="0"/>
                <a:cs typeface="Times New Roman" panose="02020603050405020304" pitchFamily="18" charset="0"/>
              </a:rPr>
              <a:t>T.Nikitha</a:t>
            </a:r>
            <a:r>
              <a:rPr lang="en-US" kern="100" dirty="0">
                <a:latin typeface="Courier" pitchFamily="2" charset="0"/>
                <a:ea typeface="Calibri" panose="020F0502020204030204" pitchFamily="34" charset="0"/>
                <a:cs typeface="Times New Roman" panose="02020603050405020304" pitchFamily="18" charset="0"/>
              </a:rPr>
              <a:t>(23211A67B6)</a:t>
            </a:r>
          </a:p>
          <a:p>
            <a:r>
              <a:rPr lang="en-US" kern="100" dirty="0" err="1">
                <a:latin typeface="Courier" pitchFamily="2" charset="0"/>
                <a:ea typeface="Calibri" panose="020F0502020204030204" pitchFamily="34" charset="0"/>
                <a:cs typeface="Times New Roman" panose="02020603050405020304" pitchFamily="18" charset="0"/>
              </a:rPr>
              <a:t>S.Vinod</a:t>
            </a:r>
            <a:r>
              <a:rPr lang="en-US" kern="100" dirty="0">
                <a:latin typeface="Courier" pitchFamily="2" charset="0"/>
                <a:ea typeface="Calibri" panose="020F0502020204030204" pitchFamily="34" charset="0"/>
                <a:cs typeface="Times New Roman" panose="02020603050405020304" pitchFamily="18" charset="0"/>
              </a:rPr>
              <a:t>(23211A67A6)</a:t>
            </a:r>
          </a:p>
          <a:p>
            <a:endParaRPr lang="en-US" kern="100" dirty="0">
              <a:latin typeface="Courier" pitchFamily="2"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C414138-4B1F-CAD4-B92F-635BAFFCFD35}"/>
              </a:ext>
            </a:extLst>
          </p:cNvPr>
          <p:cNvPicPr>
            <a:picLocks noChangeAspect="1"/>
          </p:cNvPicPr>
          <p:nvPr/>
        </p:nvPicPr>
        <p:blipFill>
          <a:blip r:embed="rId5"/>
          <a:stretch>
            <a:fillRect/>
          </a:stretch>
        </p:blipFill>
        <p:spPr>
          <a:xfrm>
            <a:off x="5222" y="1055347"/>
            <a:ext cx="1475254" cy="1475254"/>
          </a:xfrm>
          <a:prstGeom prst="rect">
            <a:avLst/>
          </a:prstGeom>
        </p:spPr>
      </p:pic>
    </p:spTree>
    <p:extLst>
      <p:ext uri="{BB962C8B-B14F-4D97-AF65-F5344CB8AC3E}">
        <p14:creationId xmlns:p14="http://schemas.microsoft.com/office/powerpoint/2010/main" val="452115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9E3AE-13DD-560D-A63D-6C8443743717}"/>
            </a:ext>
          </a:extLst>
        </p:cNvPr>
        <p:cNvGrpSpPr/>
        <p:nvPr/>
      </p:nvGrpSpPr>
      <p:grpSpPr>
        <a:xfrm>
          <a:off x="0" y="0"/>
          <a:ext cx="0" cy="0"/>
          <a:chOff x="0" y="0"/>
          <a:chExt cx="0" cy="0"/>
        </a:xfrm>
      </p:grpSpPr>
      <p:pic>
        <p:nvPicPr>
          <p:cNvPr id="38" name="Picture 37" descr="Balls connected with crossed wires">
            <a:extLst>
              <a:ext uri="{FF2B5EF4-FFF2-40B4-BE49-F238E27FC236}">
                <a16:creationId xmlns:a16="http://schemas.microsoft.com/office/drawing/2014/main" id="{303DC756-C43C-C39F-E60A-D31908BBE4DF}"/>
              </a:ext>
            </a:extLst>
          </p:cNvPr>
          <p:cNvPicPr>
            <a:picLocks/>
          </p:cNvPicPr>
          <p:nvPr/>
        </p:nvPicPr>
        <p:blipFill rotWithShape="1">
          <a:blip r:embed="rId3" cstate="screen">
            <a:extLst>
              <a:ext uri="{28A0092B-C50C-407E-A947-70E740481C1C}">
                <a14:useLocalDpi xmlns:a14="http://schemas.microsoft.com/office/drawing/2010/main"/>
              </a:ext>
            </a:extLst>
          </a:blip>
          <a:srcRect t="-5"/>
          <a:stretch/>
        </p:blipFill>
        <p:spPr>
          <a:xfrm rot="16200000" flipV="1">
            <a:off x="876921" y="-922677"/>
            <a:ext cx="6869305" cy="8686800"/>
          </a:xfrm>
          <a:prstGeom prst="rect">
            <a:avLst/>
          </a:prstGeom>
        </p:spPr>
      </p:pic>
      <p:pic>
        <p:nvPicPr>
          <p:cNvPr id="37" name="Picture 36" descr="Balls connected with crossed wires">
            <a:extLst>
              <a:ext uri="{FF2B5EF4-FFF2-40B4-BE49-F238E27FC236}">
                <a16:creationId xmlns:a16="http://schemas.microsoft.com/office/drawing/2014/main" id="{FF3390EB-0155-7352-CAA8-EF80F964C8F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
          <a:stretch/>
        </p:blipFill>
        <p:spPr>
          <a:xfrm rot="16200000">
            <a:off x="6979162" y="1650924"/>
            <a:ext cx="6858002" cy="3556150"/>
          </a:xfrm>
          <a:prstGeom prst="rect">
            <a:avLst/>
          </a:prstGeom>
        </p:spPr>
      </p:pic>
      <p:grpSp>
        <p:nvGrpSpPr>
          <p:cNvPr id="48" name="Group 47">
            <a:extLst>
              <a:ext uri="{FF2B5EF4-FFF2-40B4-BE49-F238E27FC236}">
                <a16:creationId xmlns:a16="http://schemas.microsoft.com/office/drawing/2014/main" id="{40C62516-6CEF-EB94-1E7F-566B7481580F}"/>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A26EBCD4-3431-2228-03D3-2869B7D2F3C5}"/>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B31E9323-6F72-6CCB-6227-869ED332D333}"/>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B951FB4-FEB1-F3BA-94F6-55943017D7F6}"/>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F93D192E-770D-3CE8-BC37-B76310D5F66E}"/>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C5320E26-A6C0-A8D0-BD3F-344908BFC539}"/>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F542FF7A-E21C-52D9-C73F-CAB393950800}"/>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578CB7A7-F2BF-A93B-4D06-5E1BFBAA02E6}"/>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26845B68-5088-3C0A-CCD8-647D6DA43F88}"/>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8641EFC5-4B06-BAFC-8387-6E58DEC0838F}"/>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87423DD3-AC08-E075-EC70-E0942DC79BB5}"/>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D27EC230-49B2-1533-665E-92D86D6CF335}"/>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A61A1FE1-A1DA-36E8-E551-32EF841F4634}"/>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F04EFDC-6EE9-CF51-A8C4-832B8D2D2B2B}"/>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1376B6C8-53E1-495F-A604-895B2854F7FC}"/>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484E8CF-A633-CC2B-51E7-5388815368A8}"/>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396DA28D-E678-88BB-AB28-BB877212FBFE}"/>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05C47940-C43A-F32E-ED23-7396E7C0079D}"/>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1D1BE574-851E-D53B-DA86-42F99C2BB5FA}"/>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85D6D787-53C7-B0AD-AD9F-653C06768643}"/>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F97E63E8-5EAD-ACC6-5D0E-6BE6362416D6}"/>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F080AE19-B473-2A50-1F03-BF5A4A19A93A}"/>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B2D97F3A-7644-E375-FF53-BDB296381825}"/>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8112509-F3D4-43A4-F766-2932EB7F8575}"/>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AB73E3BD-49F0-15E9-3624-F912B4DC782F}"/>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17BB1484-865D-6E75-55E3-D4453E9D826A}"/>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121303E6-23E8-3C9D-0E14-D0478A8C5056}"/>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6AF0F2E3-228B-8230-81DC-733BD51172D7}"/>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DADE4E3F-0E81-30A1-A5BB-3311D6ACB003}"/>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179371EC-63A0-EAD1-89E1-2FC134337034}"/>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9E9B1C8D-6550-7FB0-B62C-8F52AF383D6D}"/>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918A657F-CA13-7E30-9D2D-89090F67F28E}"/>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C200005E-FE5D-3373-CDB3-D65CF7D2D0A1}"/>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991DE68E-E3AB-A597-5C1B-4A2D28CD6A8D}"/>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A031115B-4ECC-F47D-7AE6-35ED64C4B555}"/>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B0DC3849-92E1-560C-B009-49BBDE355F23}"/>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DEF81ACB-4EEB-15F5-82DB-B53EC0C8B054}"/>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A9F2CC6B-0E19-83A5-420A-1472D0A14E6A}"/>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56B7FBE1-655E-59D4-EA06-6FBE5503F936}"/>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43B6BF5C-2EDE-F70D-8DEE-280BAE9BBED8}"/>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11953966-2A8A-E341-C6F8-8D22E513C1C6}"/>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CA999B24-0591-3186-9279-E6712C1174FA}"/>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73F90677-B8B2-1202-CAD9-C3E0EA794358}"/>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D2D769A0-EBF4-697C-75B4-5B2C48621D2F}"/>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08684EFE-F8F4-17AC-7DC2-FB59DF0CEBB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C17ADA70-BC09-F52B-AA57-D9DC924FED6C}"/>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5FC67962-4269-F707-4F57-F5D2DE0E7030}"/>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C4921048-61F4-37C2-5039-C4E137F57248}"/>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B114574F-0354-46B2-B68D-014E45A7D8A8}"/>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D20EF4F9-9B32-B94F-E02B-771BE4CAEE8D}"/>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4D4A312B-4503-6997-9773-C27865812759}"/>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42C6D97F-567D-B660-8F27-39E9BB2E060E}"/>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EEAE97F5-F54F-BA09-E3DE-93B1940D56A6}"/>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701DC1B1-C4B7-1A6E-083D-F1BEF5A78200}"/>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BB485BED-2AE8-988E-E58F-C74C09E78843}"/>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1AA3D735-9E69-3A7A-8D3D-17BBBF9454E6}"/>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DE148600-2BC1-6D58-D980-8B51A83440A2}"/>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8AB9928D-0460-075F-02B4-CF6497EEE5DA}"/>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757FC627-FE71-A98D-03DA-144B4C82B225}"/>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487E3F44-2DD8-4887-49E2-A0E337BE137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C9922B8C-E876-88AE-4FC1-82B2AD59B4F6}"/>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AAA9EB88-02B1-53D9-3DCF-41EB3FB72382}"/>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EF23B8E0-608E-8B26-411E-EED6193BE0D3}"/>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F2FECB-BA81-59C1-C176-EC89EFCF57EA}"/>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A7409FFF-A363-869A-9C7B-F5B534F42336}"/>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78DA66E1-8B0A-3964-FD9A-E414EB6DA86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490A88FD-E2E2-0B73-65A1-B89F39828227}"/>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FE33B111-F93C-9BBC-8572-5E77337537FD}"/>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72909C9-F7FA-C734-5345-EFFC25C6429C}"/>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8E3DF96B-D275-CD83-BC06-48E289F5DBC3}"/>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EDFEC26A-DC90-A44F-A8FF-912D430764D0}"/>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ECB6B390-CECF-F92E-EFD8-1162A10BC5F5}"/>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AFB0F408-0D01-6548-1420-44E012F2F1FF}"/>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026C3BB9-F99C-1A79-4D1F-018776E89229}"/>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96AAA162-5A8F-0E9D-EB61-90B4CB86C314}"/>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3137E4A9-1051-52BD-CE42-AB30AB7772DC}"/>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BE8DAE25-A032-E9ED-4A69-51DF85A08BFF}"/>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F7B8C2BF-1DEE-3163-1E3E-C2B91F15FA85}"/>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26E750B4-EE7D-5FBE-B887-B3E276493230}"/>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14A56043-72DD-B3C2-D096-2511890CD587}"/>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9D072568-B4D2-1C53-A5D7-D1A5DDED5FB8}"/>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0EB6B316-4AAE-0EAA-62D4-A76175822809}"/>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A61EC186-FFD3-CDEF-8EF9-44ACAB9DA2AE}"/>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8A0F11C9-8ACC-607E-30FE-DE00374871D9}"/>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2706753F-F4DF-8171-EC1D-98D8877448AD}"/>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EFEE8DBF-D8FC-4ED8-67DE-C8FC1ED19216}"/>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CD9B1BEA-C34B-5DD3-EF68-27DD67B53747}"/>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52082DD0-EFCA-3B7C-36BE-8BFB148EEAF1}"/>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34B3A2FC-E727-8C80-6DF5-91BF36E8BAC3}"/>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16AD6296-DC54-B091-2F42-E1DC9225272E}"/>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B84A9056-87EF-BFD7-35A3-1E07BBDB9517}"/>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88467C66-29B3-4037-ECC1-86EAF3E5A57E}"/>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1F5BDCD3-98E0-E201-3AA4-2CECF6505774}"/>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9F70C27C-A948-A757-D386-D612E464552B}"/>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93923BEF-3A3A-47A4-A50B-2DA3FF98920A}"/>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28E451E4-B757-FF4F-B979-FD76177B04D1}"/>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65315426-492F-42F1-5B55-3B1DC073E5C6}"/>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DF2CD808-C208-BBB6-A673-9FDA1C22EB27}"/>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96680EF-1BB0-B56F-1D7D-8D44AC932334}"/>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B2778265-5202-FA48-2C87-4635F1873275}"/>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AF8729A0-B701-0406-C766-798F0BE2F75C}"/>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5D6AEBA0-C6D8-807C-02E1-DBFA740EBFEA}"/>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E45F01FC-A6FD-F898-D13B-0A566F42149A}"/>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E248389B-C03B-117A-1618-2A8969CE7799}"/>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777C09F-8CD5-47B5-DA21-489E6E0175EC}"/>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E2DD246B-28BF-40BF-3545-F6BD12CA1842}"/>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C34BF7BD-D243-C857-783F-99940E76D8E5}"/>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763139EE-0215-FE35-6E79-211F3B55836B}"/>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BE40FEBF-4BC0-3EF7-194F-B81CC107F6B2}"/>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BFE53BA3-D288-08E2-9473-4DA50885E844}"/>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943E6C5C-E23B-DA5B-39F4-731D9D136163}"/>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730723D0-8B4E-C4D6-E046-4A828304A3FA}"/>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AE4EE879-E4CF-51E8-7FB9-5F819B4A9563}"/>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D0CF7611-392C-1165-6658-A7B3B85C3F84}"/>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A15CCA92-2607-286F-0510-916FB3CFA4F1}"/>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06D76A4D-D93C-1DFB-2AE4-1C0136E8DF28}"/>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26FA0BBA-9233-811F-5E0F-28AB277006E4}"/>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A36DAB22-70DE-D3FB-E04F-5712C5E4D57A}"/>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4D5E2C8-BC98-AFB7-29C7-59EE0137324C}"/>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A1C661C4-BCB9-3ECE-2DE6-9BFF7E7E8ED2}"/>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01CB608-909D-F016-660F-DCBCDCE36BEB}"/>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6" name="Right Triangle 5">
            <a:extLst>
              <a:ext uri="{FF2B5EF4-FFF2-40B4-BE49-F238E27FC236}">
                <a16:creationId xmlns:a16="http://schemas.microsoft.com/office/drawing/2014/main" id="{17B1BDE6-AF92-6CA9-8505-8CA4A898D779}"/>
              </a:ext>
            </a:extLst>
          </p:cNvPr>
          <p:cNvSpPr/>
          <p:nvPr/>
        </p:nvSpPr>
        <p:spPr>
          <a:xfrm>
            <a:off x="-179805" y="880559"/>
            <a:ext cx="5977441" cy="5977441"/>
          </a:xfrm>
          <a:prstGeom prst="rtTriangle">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ECB0BAEB-07E9-C075-4310-90933D63D8D3}"/>
              </a:ext>
            </a:extLst>
          </p:cNvPr>
          <p:cNvGrpSpPr/>
          <p:nvPr/>
        </p:nvGrpSpPr>
        <p:grpSpPr>
          <a:xfrm>
            <a:off x="8612390" y="6231014"/>
            <a:ext cx="3574157" cy="624362"/>
            <a:chOff x="8617842" y="6233640"/>
            <a:chExt cx="3574157" cy="624362"/>
          </a:xfrm>
        </p:grpSpPr>
        <p:sp>
          <p:nvSpPr>
            <p:cNvPr id="33" name="Rectangle 32">
              <a:extLst>
                <a:ext uri="{FF2B5EF4-FFF2-40B4-BE49-F238E27FC236}">
                  <a16:creationId xmlns:a16="http://schemas.microsoft.com/office/drawing/2014/main" id="{0E826B21-38F6-3080-3614-06EFB1AE9094}"/>
                </a:ext>
              </a:extLst>
            </p:cNvPr>
            <p:cNvSpPr/>
            <p:nvPr/>
          </p:nvSpPr>
          <p:spPr>
            <a:xfrm>
              <a:off x="8617842" y="6233640"/>
              <a:ext cx="3574157" cy="624362"/>
            </a:xfrm>
            <a:prstGeom prst="rect">
              <a:avLst/>
            </a:prstGeom>
            <a:solidFill>
              <a:srgbClr val="3C6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grpSp>
          <p:nvGrpSpPr>
            <p:cNvPr id="35" name="Group 34">
              <a:extLst>
                <a:ext uri="{FF2B5EF4-FFF2-40B4-BE49-F238E27FC236}">
                  <a16:creationId xmlns:a16="http://schemas.microsoft.com/office/drawing/2014/main" id="{8A2CAF74-5AF0-C900-980B-4C1FD0FDD0EF}"/>
                </a:ext>
              </a:extLst>
            </p:cNvPr>
            <p:cNvGrpSpPr/>
            <p:nvPr/>
          </p:nvGrpSpPr>
          <p:grpSpPr>
            <a:xfrm>
              <a:off x="8797456" y="6360215"/>
              <a:ext cx="3287809" cy="395763"/>
              <a:chOff x="8927295" y="6375844"/>
              <a:chExt cx="3157970" cy="380134"/>
            </a:xfrm>
          </p:grpSpPr>
          <p:grpSp>
            <p:nvGrpSpPr>
              <p:cNvPr id="36" name="Group 35">
                <a:extLst>
                  <a:ext uri="{FF2B5EF4-FFF2-40B4-BE49-F238E27FC236}">
                    <a16:creationId xmlns:a16="http://schemas.microsoft.com/office/drawing/2014/main" id="{EAF45714-9ABA-4199-D899-8F11E40331B1}"/>
                  </a:ext>
                </a:extLst>
              </p:cNvPr>
              <p:cNvGrpSpPr/>
              <p:nvPr/>
            </p:nvGrpSpPr>
            <p:grpSpPr>
              <a:xfrm>
                <a:off x="8927295" y="6376710"/>
                <a:ext cx="1351683" cy="379268"/>
                <a:chOff x="5243641" y="3189385"/>
                <a:chExt cx="1351683" cy="379268"/>
              </a:xfrm>
              <a:solidFill>
                <a:schemeClr val="bg1">
                  <a:lumMod val="95000"/>
                </a:schemeClr>
              </a:solidFill>
            </p:grpSpPr>
            <p:sp>
              <p:nvSpPr>
                <p:cNvPr id="170" name="Freeform 169">
                  <a:extLst>
                    <a:ext uri="{FF2B5EF4-FFF2-40B4-BE49-F238E27FC236}">
                      <a16:creationId xmlns:a16="http://schemas.microsoft.com/office/drawing/2014/main" id="{9A97E826-38C9-58ED-C22F-808FD2FECC39}"/>
                    </a:ext>
                  </a:extLst>
                </p:cNvPr>
                <p:cNvSpPr/>
                <p:nvPr/>
              </p:nvSpPr>
              <p:spPr>
                <a:xfrm>
                  <a:off x="5243641"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4" y="166255"/>
                        <a:pt x="115166" y="151534"/>
                        <a:pt x="115166" y="120361"/>
                      </a:cubicBezTo>
                      <a:lnTo>
                        <a:pt x="115166" y="95250"/>
                      </a:lnTo>
                      <a:cubicBezTo>
                        <a:pt x="115166" y="71870"/>
                        <a:pt x="109970"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171" name="Freeform 170">
                  <a:extLst>
                    <a:ext uri="{FF2B5EF4-FFF2-40B4-BE49-F238E27FC236}">
                      <a16:creationId xmlns:a16="http://schemas.microsoft.com/office/drawing/2014/main" id="{BCA88D8D-D5CC-2BB6-CB49-25038714FBED}"/>
                    </a:ext>
                  </a:extLst>
                </p:cNvPr>
                <p:cNvSpPr/>
                <p:nvPr/>
              </p:nvSpPr>
              <p:spPr>
                <a:xfrm>
                  <a:off x="5460118" y="3195447"/>
                  <a:ext cx="185304" cy="368877"/>
                </a:xfrm>
                <a:custGeom>
                  <a:avLst/>
                  <a:gdLst>
                    <a:gd name="connsiteX0" fmla="*/ 71005 w 185304"/>
                    <a:gd name="connsiteY0" fmla="*/ 207818 h 368877"/>
                    <a:gd name="connsiteX1" fmla="*/ 71005 w 185304"/>
                    <a:gd name="connsiteY1" fmla="*/ 368011 h 368877"/>
                    <a:gd name="connsiteX2" fmla="*/ 0 w 185304"/>
                    <a:gd name="connsiteY2" fmla="*/ 368011 h 368877"/>
                    <a:gd name="connsiteX3" fmla="*/ 0 w 185304"/>
                    <a:gd name="connsiteY3" fmla="*/ 0 h 368877"/>
                    <a:gd name="connsiteX4" fmla="*/ 92652 w 185304"/>
                    <a:gd name="connsiteY4" fmla="*/ 0 h 368877"/>
                    <a:gd name="connsiteX5" fmla="*/ 185305 w 185304"/>
                    <a:gd name="connsiteY5" fmla="*/ 91786 h 368877"/>
                    <a:gd name="connsiteX6" fmla="*/ 185305 w 185304"/>
                    <a:gd name="connsiteY6" fmla="*/ 104775 h 368877"/>
                    <a:gd name="connsiteX7" fmla="*/ 148936 w 185304"/>
                    <a:gd name="connsiteY7" fmla="*/ 180109 h 368877"/>
                    <a:gd name="connsiteX8" fmla="*/ 182707 w 185304"/>
                    <a:gd name="connsiteY8" fmla="*/ 259773 h 368877"/>
                    <a:gd name="connsiteX9" fmla="*/ 185305 w 185304"/>
                    <a:gd name="connsiteY9" fmla="*/ 368877 h 368877"/>
                    <a:gd name="connsiteX10" fmla="*/ 116898 w 185304"/>
                    <a:gd name="connsiteY10" fmla="*/ 368877 h 368877"/>
                    <a:gd name="connsiteX11" fmla="*/ 112568 w 185304"/>
                    <a:gd name="connsiteY11" fmla="*/ 257175 h 368877"/>
                    <a:gd name="connsiteX12" fmla="*/ 80530 w 185304"/>
                    <a:gd name="connsiteY12" fmla="*/ 208684 h 368877"/>
                    <a:gd name="connsiteX13" fmla="*/ 71005 w 185304"/>
                    <a:gd name="connsiteY13" fmla="*/ 208684 h 368877"/>
                    <a:gd name="connsiteX14" fmla="*/ 71870 w 185304"/>
                    <a:gd name="connsiteY14" fmla="*/ 151534 h 368877"/>
                    <a:gd name="connsiteX15" fmla="*/ 80530 w 185304"/>
                    <a:gd name="connsiteY15" fmla="*/ 151534 h 368877"/>
                    <a:gd name="connsiteX16" fmla="*/ 113434 w 185304"/>
                    <a:gd name="connsiteY16" fmla="*/ 109971 h 368877"/>
                    <a:gd name="connsiteX17" fmla="*/ 113434 w 185304"/>
                    <a:gd name="connsiteY17" fmla="*/ 91786 h 368877"/>
                    <a:gd name="connsiteX18" fmla="*/ 82261 w 185304"/>
                    <a:gd name="connsiteY18" fmla="*/ 54552 h 368877"/>
                    <a:gd name="connsiteX19" fmla="*/ 71005 w 185304"/>
                    <a:gd name="connsiteY19" fmla="*/ 54552 h 368877"/>
                    <a:gd name="connsiteX20" fmla="*/ 71005 w 185304"/>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304" h="368877">
                      <a:moveTo>
                        <a:pt x="71005" y="207818"/>
                      </a:moveTo>
                      <a:lnTo>
                        <a:pt x="71005" y="368011"/>
                      </a:lnTo>
                      <a:lnTo>
                        <a:pt x="0" y="368011"/>
                      </a:lnTo>
                      <a:lnTo>
                        <a:pt x="0" y="0"/>
                      </a:lnTo>
                      <a:lnTo>
                        <a:pt x="92652" y="0"/>
                      </a:lnTo>
                      <a:cubicBezTo>
                        <a:pt x="154132" y="0"/>
                        <a:pt x="185305" y="26843"/>
                        <a:pt x="185305" y="91786"/>
                      </a:cubicBezTo>
                      <a:lnTo>
                        <a:pt x="185305" y="104775"/>
                      </a:lnTo>
                      <a:cubicBezTo>
                        <a:pt x="185305" y="157596"/>
                        <a:pt x="164523" y="173182"/>
                        <a:pt x="148936" y="180109"/>
                      </a:cubicBezTo>
                      <a:cubicBezTo>
                        <a:pt x="171450" y="191366"/>
                        <a:pt x="182707" y="207818"/>
                        <a:pt x="182707" y="259773"/>
                      </a:cubicBezTo>
                      <a:cubicBezTo>
                        <a:pt x="182707" y="295275"/>
                        <a:pt x="181841" y="348961"/>
                        <a:pt x="185305" y="368877"/>
                      </a:cubicBezTo>
                      <a:lnTo>
                        <a:pt x="116898" y="368877"/>
                      </a:lnTo>
                      <a:cubicBezTo>
                        <a:pt x="112568" y="352425"/>
                        <a:pt x="112568" y="303934"/>
                        <a:pt x="112568" y="257175"/>
                      </a:cubicBezTo>
                      <a:cubicBezTo>
                        <a:pt x="112568" y="215611"/>
                        <a:pt x="108239" y="208684"/>
                        <a:pt x="80530" y="208684"/>
                      </a:cubicBezTo>
                      <a:lnTo>
                        <a:pt x="71005" y="208684"/>
                      </a:lnTo>
                      <a:close/>
                      <a:moveTo>
                        <a:pt x="71870" y="151534"/>
                      </a:moveTo>
                      <a:lnTo>
                        <a:pt x="80530" y="151534"/>
                      </a:lnTo>
                      <a:cubicBezTo>
                        <a:pt x="103909" y="151534"/>
                        <a:pt x="113434" y="143741"/>
                        <a:pt x="113434" y="109971"/>
                      </a:cubicBezTo>
                      <a:lnTo>
                        <a:pt x="113434" y="91786"/>
                      </a:lnTo>
                      <a:cubicBezTo>
                        <a:pt x="113434" y="66675"/>
                        <a:pt x="108239" y="54552"/>
                        <a:pt x="82261" y="54552"/>
                      </a:cubicBezTo>
                      <a:lnTo>
                        <a:pt x="71005" y="54552"/>
                      </a:lnTo>
                      <a:lnTo>
                        <a:pt x="71005" y="151534"/>
                      </a:lnTo>
                      <a:close/>
                    </a:path>
                  </a:pathLst>
                </a:custGeom>
                <a:grpFill/>
                <a:ln w="8653" cap="flat">
                  <a:noFill/>
                  <a:prstDash val="solid"/>
                  <a:miter/>
                </a:ln>
              </p:spPr>
              <p:txBody>
                <a:bodyPr rtlCol="0" anchor="ctr"/>
                <a:lstStyle/>
                <a:p>
                  <a:endParaRPr lang="en-US"/>
                </a:p>
              </p:txBody>
            </p:sp>
            <p:sp>
              <p:nvSpPr>
                <p:cNvPr id="172" name="Freeform 171">
                  <a:extLst>
                    <a:ext uri="{FF2B5EF4-FFF2-40B4-BE49-F238E27FC236}">
                      <a16:creationId xmlns:a16="http://schemas.microsoft.com/office/drawing/2014/main" id="{4BC33DD7-B99B-DBD0-AA94-405497CC3BCB}"/>
                    </a:ext>
                  </a:extLst>
                </p:cNvPr>
                <p:cNvSpPr/>
                <p:nvPr/>
              </p:nvSpPr>
              <p:spPr>
                <a:xfrm>
                  <a:off x="5676595"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80530" y="60614"/>
                        <a:pt x="71870" y="71005"/>
                        <a:pt x="71870" y="96116"/>
                      </a:cubicBezTo>
                      <a:close/>
                    </a:path>
                  </a:pathLst>
                </a:custGeom>
                <a:grpFill/>
                <a:ln w="8653" cap="flat">
                  <a:noFill/>
                  <a:prstDash val="solid"/>
                  <a:miter/>
                </a:ln>
              </p:spPr>
              <p:txBody>
                <a:bodyPr rtlCol="0" anchor="ctr"/>
                <a:lstStyle/>
                <a:p>
                  <a:endParaRPr lang="en-US"/>
                </a:p>
              </p:txBody>
            </p:sp>
            <p:sp>
              <p:nvSpPr>
                <p:cNvPr id="173" name="Freeform 172">
                  <a:extLst>
                    <a:ext uri="{FF2B5EF4-FFF2-40B4-BE49-F238E27FC236}">
                      <a16:creationId xmlns:a16="http://schemas.microsoft.com/office/drawing/2014/main" id="{92B6A69C-C8F4-0F0E-E80A-DD74720226F4}"/>
                    </a:ext>
                  </a:extLst>
                </p:cNvPr>
                <p:cNvSpPr/>
                <p:nvPr/>
              </p:nvSpPr>
              <p:spPr>
                <a:xfrm>
                  <a:off x="5884413" y="3194581"/>
                  <a:ext cx="110836" cy="373206"/>
                </a:xfrm>
                <a:custGeom>
                  <a:avLst/>
                  <a:gdLst>
                    <a:gd name="connsiteX0" fmla="*/ 110836 w 110836"/>
                    <a:gd name="connsiteY0" fmla="*/ 277091 h 373206"/>
                    <a:gd name="connsiteX1" fmla="*/ 32039 w 110836"/>
                    <a:gd name="connsiteY1" fmla="*/ 373207 h 373206"/>
                    <a:gd name="connsiteX2" fmla="*/ 0 w 110836"/>
                    <a:gd name="connsiteY2" fmla="*/ 370609 h 373206"/>
                    <a:gd name="connsiteX3" fmla="*/ 0 w 110836"/>
                    <a:gd name="connsiteY3" fmla="*/ 311727 h 373206"/>
                    <a:gd name="connsiteX4" fmla="*/ 15586 w 110836"/>
                    <a:gd name="connsiteY4" fmla="*/ 312593 h 373206"/>
                    <a:gd name="connsiteX5" fmla="*/ 38966 w 110836"/>
                    <a:gd name="connsiteY5" fmla="*/ 284884 h 373206"/>
                    <a:gd name="connsiteX6" fmla="*/ 38966 w 110836"/>
                    <a:gd name="connsiteY6" fmla="*/ 0 h 373206"/>
                    <a:gd name="connsiteX7" fmla="*/ 109970 w 110836"/>
                    <a:gd name="connsiteY7" fmla="*/ 0 h 373206"/>
                    <a:gd name="connsiteX8" fmla="*/ 109970 w 110836"/>
                    <a:gd name="connsiteY8" fmla="*/ 277091 h 37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836" h="373206">
                      <a:moveTo>
                        <a:pt x="110836" y="277091"/>
                      </a:moveTo>
                      <a:cubicBezTo>
                        <a:pt x="110836" y="332509"/>
                        <a:pt x="103909" y="373207"/>
                        <a:pt x="32039" y="373207"/>
                      </a:cubicBezTo>
                      <a:cubicBezTo>
                        <a:pt x="21648" y="373207"/>
                        <a:pt x="7793" y="372341"/>
                        <a:pt x="0" y="370609"/>
                      </a:cubicBezTo>
                      <a:lnTo>
                        <a:pt x="0" y="311727"/>
                      </a:lnTo>
                      <a:cubicBezTo>
                        <a:pt x="3464" y="311727"/>
                        <a:pt x="9525" y="312593"/>
                        <a:pt x="15586" y="312593"/>
                      </a:cubicBezTo>
                      <a:cubicBezTo>
                        <a:pt x="33770" y="312593"/>
                        <a:pt x="38966" y="306532"/>
                        <a:pt x="38966" y="284884"/>
                      </a:cubicBezTo>
                      <a:lnTo>
                        <a:pt x="38966" y="0"/>
                      </a:lnTo>
                      <a:lnTo>
                        <a:pt x="109970" y="0"/>
                      </a:lnTo>
                      <a:lnTo>
                        <a:pt x="109970" y="277091"/>
                      </a:lnTo>
                      <a:close/>
                    </a:path>
                  </a:pathLst>
                </a:custGeom>
                <a:grpFill/>
                <a:ln w="8653" cap="flat">
                  <a:noFill/>
                  <a:prstDash val="solid"/>
                  <a:miter/>
                </a:ln>
              </p:spPr>
              <p:txBody>
                <a:bodyPr rtlCol="0" anchor="ctr"/>
                <a:lstStyle/>
                <a:p>
                  <a:endParaRPr lang="en-US"/>
                </a:p>
              </p:txBody>
            </p:sp>
            <p:sp>
              <p:nvSpPr>
                <p:cNvPr id="174" name="Freeform 173">
                  <a:extLst>
                    <a:ext uri="{FF2B5EF4-FFF2-40B4-BE49-F238E27FC236}">
                      <a16:creationId xmlns:a16="http://schemas.microsoft.com/office/drawing/2014/main" id="{DC6A30AB-1423-222F-4AD9-08AD1CAAC0EF}"/>
                    </a:ext>
                  </a:extLst>
                </p:cNvPr>
                <p:cNvSpPr/>
                <p:nvPr/>
              </p:nvSpPr>
              <p:spPr>
                <a:xfrm>
                  <a:off x="6035081" y="3195447"/>
                  <a:ext cx="160193" cy="368011"/>
                </a:xfrm>
                <a:custGeom>
                  <a:avLst/>
                  <a:gdLst>
                    <a:gd name="connsiteX0" fmla="*/ 147205 w 160193"/>
                    <a:gd name="connsiteY0" fmla="*/ 205221 h 368011"/>
                    <a:gd name="connsiteX1" fmla="*/ 71005 w 160193"/>
                    <a:gd name="connsiteY1" fmla="*/ 205221 h 368011"/>
                    <a:gd name="connsiteX2" fmla="*/ 71005 w 160193"/>
                    <a:gd name="connsiteY2" fmla="*/ 305666 h 368011"/>
                    <a:gd name="connsiteX3" fmla="*/ 160193 w 160193"/>
                    <a:gd name="connsiteY3" fmla="*/ 305666 h 368011"/>
                    <a:gd name="connsiteX4" fmla="*/ 151534 w 160193"/>
                    <a:gd name="connsiteY4" fmla="*/ 368011 h 368011"/>
                    <a:gd name="connsiteX5" fmla="*/ 0 w 160193"/>
                    <a:gd name="connsiteY5" fmla="*/ 368011 h 368011"/>
                    <a:gd name="connsiteX6" fmla="*/ 0 w 160193"/>
                    <a:gd name="connsiteY6" fmla="*/ 0 h 368011"/>
                    <a:gd name="connsiteX7" fmla="*/ 150668 w 160193"/>
                    <a:gd name="connsiteY7" fmla="*/ 0 h 368011"/>
                    <a:gd name="connsiteX8" fmla="*/ 150668 w 160193"/>
                    <a:gd name="connsiteY8" fmla="*/ 62346 h 368011"/>
                    <a:gd name="connsiteX9" fmla="*/ 71005 w 160193"/>
                    <a:gd name="connsiteY9" fmla="*/ 62346 h 368011"/>
                    <a:gd name="connsiteX10" fmla="*/ 71005 w 160193"/>
                    <a:gd name="connsiteY10" fmla="*/ 142875 h 368011"/>
                    <a:gd name="connsiteX11" fmla="*/ 147205 w 160193"/>
                    <a:gd name="connsiteY11" fmla="*/ 142875 h 368011"/>
                    <a:gd name="connsiteX12" fmla="*/ 147205 w 160193"/>
                    <a:gd name="connsiteY12" fmla="*/ 205221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93" h="368011">
                      <a:moveTo>
                        <a:pt x="147205" y="205221"/>
                      </a:moveTo>
                      <a:lnTo>
                        <a:pt x="71005" y="205221"/>
                      </a:lnTo>
                      <a:lnTo>
                        <a:pt x="71005" y="305666"/>
                      </a:lnTo>
                      <a:lnTo>
                        <a:pt x="160193" y="305666"/>
                      </a:lnTo>
                      <a:lnTo>
                        <a:pt x="151534" y="368011"/>
                      </a:lnTo>
                      <a:lnTo>
                        <a:pt x="0" y="368011"/>
                      </a:lnTo>
                      <a:lnTo>
                        <a:pt x="0" y="0"/>
                      </a:lnTo>
                      <a:lnTo>
                        <a:pt x="150668" y="0"/>
                      </a:lnTo>
                      <a:lnTo>
                        <a:pt x="150668" y="62346"/>
                      </a:lnTo>
                      <a:lnTo>
                        <a:pt x="71005" y="62346"/>
                      </a:lnTo>
                      <a:lnTo>
                        <a:pt x="71005" y="142875"/>
                      </a:lnTo>
                      <a:lnTo>
                        <a:pt x="147205" y="142875"/>
                      </a:lnTo>
                      <a:lnTo>
                        <a:pt x="147205" y="205221"/>
                      </a:lnTo>
                      <a:close/>
                    </a:path>
                  </a:pathLst>
                </a:custGeom>
                <a:grpFill/>
                <a:ln w="8653" cap="flat">
                  <a:noFill/>
                  <a:prstDash val="solid"/>
                  <a:miter/>
                </a:ln>
              </p:spPr>
              <p:txBody>
                <a:bodyPr rtlCol="0" anchor="ctr"/>
                <a:lstStyle/>
                <a:p>
                  <a:endParaRPr lang="en-US"/>
                </a:p>
              </p:txBody>
            </p:sp>
            <p:sp>
              <p:nvSpPr>
                <p:cNvPr id="175" name="Freeform 174">
                  <a:extLst>
                    <a:ext uri="{FF2B5EF4-FFF2-40B4-BE49-F238E27FC236}">
                      <a16:creationId xmlns:a16="http://schemas.microsoft.com/office/drawing/2014/main" id="{38E22685-3460-C468-2620-D9FCE3347944}"/>
                    </a:ext>
                  </a:extLst>
                </p:cNvPr>
                <p:cNvSpPr/>
                <p:nvPr/>
              </p:nvSpPr>
              <p:spPr>
                <a:xfrm>
                  <a:off x="6218654" y="3189385"/>
                  <a:ext cx="181840" cy="379268"/>
                </a:xfrm>
                <a:custGeom>
                  <a:avLst/>
                  <a:gdLst>
                    <a:gd name="connsiteX0" fmla="*/ 181841 w 181840"/>
                    <a:gd name="connsiteY0" fmla="*/ 253711 h 379268"/>
                    <a:gd name="connsiteX1" fmla="*/ 181841 w 181840"/>
                    <a:gd name="connsiteY1" fmla="*/ 273627 h 379268"/>
                    <a:gd name="connsiteX2" fmla="*/ 89189 w 181840"/>
                    <a:gd name="connsiteY2" fmla="*/ 379268 h 379268"/>
                    <a:gd name="connsiteX3" fmla="*/ 0 w 181840"/>
                    <a:gd name="connsiteY3" fmla="*/ 277957 h 379268"/>
                    <a:gd name="connsiteX4" fmla="*/ 0 w 181840"/>
                    <a:gd name="connsiteY4" fmla="*/ 97848 h 379268"/>
                    <a:gd name="connsiteX5" fmla="*/ 90920 w 181840"/>
                    <a:gd name="connsiteY5" fmla="*/ 0 h 379268"/>
                    <a:gd name="connsiteX6" fmla="*/ 180975 w 181840"/>
                    <a:gd name="connsiteY6" fmla="*/ 99580 h 379268"/>
                    <a:gd name="connsiteX7" fmla="*/ 180975 w 181840"/>
                    <a:gd name="connsiteY7" fmla="*/ 122959 h 379268"/>
                    <a:gd name="connsiteX8" fmla="*/ 109971 w 181840"/>
                    <a:gd name="connsiteY8" fmla="*/ 122959 h 379268"/>
                    <a:gd name="connsiteX9" fmla="*/ 109971 w 181840"/>
                    <a:gd name="connsiteY9" fmla="*/ 91786 h 379268"/>
                    <a:gd name="connsiteX10" fmla="*/ 90920 w 181840"/>
                    <a:gd name="connsiteY10" fmla="*/ 61480 h 379268"/>
                    <a:gd name="connsiteX11" fmla="*/ 71871 w 181840"/>
                    <a:gd name="connsiteY11" fmla="*/ 91786 h 379268"/>
                    <a:gd name="connsiteX12" fmla="*/ 71871 w 181840"/>
                    <a:gd name="connsiteY12" fmla="*/ 286616 h 379268"/>
                    <a:gd name="connsiteX13" fmla="*/ 90920 w 181840"/>
                    <a:gd name="connsiteY13" fmla="*/ 319521 h 379268"/>
                    <a:gd name="connsiteX14" fmla="*/ 110837 w 181840"/>
                    <a:gd name="connsiteY14" fmla="*/ 284884 h 379268"/>
                    <a:gd name="connsiteX15" fmla="*/ 110837 w 181840"/>
                    <a:gd name="connsiteY15" fmla="*/ 253711 h 379268"/>
                    <a:gd name="connsiteX16" fmla="*/ 181841 w 181840"/>
                    <a:gd name="connsiteY16" fmla="*/ 253711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1840" h="379268">
                      <a:moveTo>
                        <a:pt x="181841" y="253711"/>
                      </a:moveTo>
                      <a:lnTo>
                        <a:pt x="181841" y="273627"/>
                      </a:lnTo>
                      <a:cubicBezTo>
                        <a:pt x="181841" y="320386"/>
                        <a:pt x="173182" y="379268"/>
                        <a:pt x="89189" y="379268"/>
                      </a:cubicBezTo>
                      <a:cubicBezTo>
                        <a:pt x="26843" y="379268"/>
                        <a:pt x="0" y="346364"/>
                        <a:pt x="0" y="277957"/>
                      </a:cubicBezTo>
                      <a:lnTo>
                        <a:pt x="0" y="97848"/>
                      </a:lnTo>
                      <a:cubicBezTo>
                        <a:pt x="0" y="33771"/>
                        <a:pt x="32039" y="0"/>
                        <a:pt x="90920" y="0"/>
                      </a:cubicBezTo>
                      <a:cubicBezTo>
                        <a:pt x="168852" y="0"/>
                        <a:pt x="180975" y="51089"/>
                        <a:pt x="180975" y="99580"/>
                      </a:cubicBezTo>
                      <a:lnTo>
                        <a:pt x="180975" y="122959"/>
                      </a:lnTo>
                      <a:lnTo>
                        <a:pt x="109971" y="122959"/>
                      </a:lnTo>
                      <a:lnTo>
                        <a:pt x="109971" y="91786"/>
                      </a:lnTo>
                      <a:cubicBezTo>
                        <a:pt x="109971" y="71870"/>
                        <a:pt x="105641" y="61480"/>
                        <a:pt x="90920" y="61480"/>
                      </a:cubicBezTo>
                      <a:cubicBezTo>
                        <a:pt x="76200" y="61480"/>
                        <a:pt x="71871" y="71005"/>
                        <a:pt x="71871" y="91786"/>
                      </a:cubicBezTo>
                      <a:lnTo>
                        <a:pt x="71871" y="286616"/>
                      </a:lnTo>
                      <a:cubicBezTo>
                        <a:pt x="71871" y="306532"/>
                        <a:pt x="75334" y="319521"/>
                        <a:pt x="90920" y="319521"/>
                      </a:cubicBezTo>
                      <a:cubicBezTo>
                        <a:pt x="106507" y="319521"/>
                        <a:pt x="110837" y="308264"/>
                        <a:pt x="110837" y="284884"/>
                      </a:cubicBezTo>
                      <a:lnTo>
                        <a:pt x="110837" y="253711"/>
                      </a:lnTo>
                      <a:lnTo>
                        <a:pt x="181841" y="253711"/>
                      </a:lnTo>
                      <a:close/>
                    </a:path>
                  </a:pathLst>
                </a:custGeom>
                <a:grpFill/>
                <a:ln w="8653" cap="flat">
                  <a:noFill/>
                  <a:prstDash val="solid"/>
                  <a:miter/>
                </a:ln>
              </p:spPr>
              <p:txBody>
                <a:bodyPr rtlCol="0" anchor="ctr"/>
                <a:lstStyle/>
                <a:p>
                  <a:endParaRPr lang="en-US"/>
                </a:p>
              </p:txBody>
            </p:sp>
            <p:sp>
              <p:nvSpPr>
                <p:cNvPr id="176" name="Freeform 175">
                  <a:extLst>
                    <a:ext uri="{FF2B5EF4-FFF2-40B4-BE49-F238E27FC236}">
                      <a16:creationId xmlns:a16="http://schemas.microsoft.com/office/drawing/2014/main" id="{3F44D016-CD27-4694-3E39-008E2FA676D6}"/>
                    </a:ext>
                  </a:extLst>
                </p:cNvPr>
                <p:cNvSpPr/>
                <p:nvPr/>
              </p:nvSpPr>
              <p:spPr>
                <a:xfrm>
                  <a:off x="6416947" y="3194581"/>
                  <a:ext cx="178377" cy="368011"/>
                </a:xfrm>
                <a:custGeom>
                  <a:avLst/>
                  <a:gdLst>
                    <a:gd name="connsiteX0" fmla="*/ 53686 w 178377"/>
                    <a:gd name="connsiteY0" fmla="*/ 62345 h 368011"/>
                    <a:gd name="connsiteX1" fmla="*/ 0 w 178377"/>
                    <a:gd name="connsiteY1" fmla="*/ 62345 h 368011"/>
                    <a:gd name="connsiteX2" fmla="*/ 0 w 178377"/>
                    <a:gd name="connsiteY2" fmla="*/ 0 h 368011"/>
                    <a:gd name="connsiteX3" fmla="*/ 178377 w 178377"/>
                    <a:gd name="connsiteY3" fmla="*/ 0 h 368011"/>
                    <a:gd name="connsiteX4" fmla="*/ 178377 w 178377"/>
                    <a:gd name="connsiteY4" fmla="*/ 62345 h 368011"/>
                    <a:gd name="connsiteX5" fmla="*/ 124691 w 178377"/>
                    <a:gd name="connsiteY5" fmla="*/ 62345 h 368011"/>
                    <a:gd name="connsiteX6" fmla="*/ 124691 w 178377"/>
                    <a:gd name="connsiteY6" fmla="*/ 368011 h 368011"/>
                    <a:gd name="connsiteX7" fmla="*/ 53686 w 178377"/>
                    <a:gd name="connsiteY7" fmla="*/ 368011 h 368011"/>
                    <a:gd name="connsiteX8" fmla="*/ 53686 w 178377"/>
                    <a:gd name="connsiteY8" fmla="*/ 6234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77" h="368011">
                      <a:moveTo>
                        <a:pt x="53686" y="62345"/>
                      </a:moveTo>
                      <a:lnTo>
                        <a:pt x="0" y="62345"/>
                      </a:lnTo>
                      <a:lnTo>
                        <a:pt x="0" y="0"/>
                      </a:lnTo>
                      <a:lnTo>
                        <a:pt x="178377" y="0"/>
                      </a:lnTo>
                      <a:lnTo>
                        <a:pt x="178377" y="62345"/>
                      </a:lnTo>
                      <a:lnTo>
                        <a:pt x="124691" y="62345"/>
                      </a:lnTo>
                      <a:lnTo>
                        <a:pt x="124691" y="368011"/>
                      </a:lnTo>
                      <a:lnTo>
                        <a:pt x="53686" y="368011"/>
                      </a:lnTo>
                      <a:lnTo>
                        <a:pt x="53686" y="62345"/>
                      </a:lnTo>
                      <a:close/>
                    </a:path>
                  </a:pathLst>
                </a:custGeom>
                <a:grpFill/>
                <a:ln w="8653" cap="flat">
                  <a:noFill/>
                  <a:prstDash val="solid"/>
                  <a:miter/>
                </a:ln>
              </p:spPr>
              <p:txBody>
                <a:bodyPr rtlCol="0" anchor="ctr"/>
                <a:lstStyle/>
                <a:p>
                  <a:endParaRPr lang="en-US"/>
                </a:p>
              </p:txBody>
            </p:sp>
          </p:grpSp>
          <p:grpSp>
            <p:nvGrpSpPr>
              <p:cNvPr id="39" name="Group 38">
                <a:extLst>
                  <a:ext uri="{FF2B5EF4-FFF2-40B4-BE49-F238E27FC236}">
                    <a16:creationId xmlns:a16="http://schemas.microsoft.com/office/drawing/2014/main" id="{FD2EB11E-24F5-BC5A-1B03-E71EF525F051}"/>
                  </a:ext>
                </a:extLst>
              </p:cNvPr>
              <p:cNvGrpSpPr/>
              <p:nvPr/>
            </p:nvGrpSpPr>
            <p:grpSpPr>
              <a:xfrm>
                <a:off x="10392413" y="6375844"/>
                <a:ext cx="1692852" cy="380134"/>
                <a:chOff x="6708759" y="3188519"/>
                <a:chExt cx="1692852" cy="380134"/>
              </a:xfrm>
              <a:solidFill>
                <a:schemeClr val="bg1">
                  <a:lumMod val="95000"/>
                  <a:alpha val="75000"/>
                </a:schemeClr>
              </a:solidFill>
            </p:grpSpPr>
            <p:sp>
              <p:nvSpPr>
                <p:cNvPr id="40" name="Freeform 39">
                  <a:extLst>
                    <a:ext uri="{FF2B5EF4-FFF2-40B4-BE49-F238E27FC236}">
                      <a16:creationId xmlns:a16="http://schemas.microsoft.com/office/drawing/2014/main" id="{69AF64A8-3AA6-934B-AD8B-AE9D7CE3848E}"/>
                    </a:ext>
                  </a:extLst>
                </p:cNvPr>
                <p:cNvSpPr/>
                <p:nvPr/>
              </p:nvSpPr>
              <p:spPr>
                <a:xfrm>
                  <a:off x="670875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8C21A84A-C368-4F58-2A5A-22AA172B74EC}"/>
                    </a:ext>
                  </a:extLst>
                </p:cNvPr>
                <p:cNvSpPr/>
                <p:nvPr/>
              </p:nvSpPr>
              <p:spPr>
                <a:xfrm>
                  <a:off x="6925236" y="3195447"/>
                  <a:ext cx="184438" cy="368877"/>
                </a:xfrm>
                <a:custGeom>
                  <a:avLst/>
                  <a:gdLst>
                    <a:gd name="connsiteX0" fmla="*/ 71005 w 184438"/>
                    <a:gd name="connsiteY0" fmla="*/ 207818 h 368877"/>
                    <a:gd name="connsiteX1" fmla="*/ 71005 w 184438"/>
                    <a:gd name="connsiteY1" fmla="*/ 368011 h 368877"/>
                    <a:gd name="connsiteX2" fmla="*/ 0 w 184438"/>
                    <a:gd name="connsiteY2" fmla="*/ 368011 h 368877"/>
                    <a:gd name="connsiteX3" fmla="*/ 0 w 184438"/>
                    <a:gd name="connsiteY3" fmla="*/ 0 h 368877"/>
                    <a:gd name="connsiteX4" fmla="*/ 91786 w 184438"/>
                    <a:gd name="connsiteY4" fmla="*/ 0 h 368877"/>
                    <a:gd name="connsiteX5" fmla="*/ 184439 w 184438"/>
                    <a:gd name="connsiteY5" fmla="*/ 91786 h 368877"/>
                    <a:gd name="connsiteX6" fmla="*/ 184439 w 184438"/>
                    <a:gd name="connsiteY6" fmla="*/ 104775 h 368877"/>
                    <a:gd name="connsiteX7" fmla="*/ 148071 w 184438"/>
                    <a:gd name="connsiteY7" fmla="*/ 180109 h 368877"/>
                    <a:gd name="connsiteX8" fmla="*/ 181841 w 184438"/>
                    <a:gd name="connsiteY8" fmla="*/ 259773 h 368877"/>
                    <a:gd name="connsiteX9" fmla="*/ 184439 w 184438"/>
                    <a:gd name="connsiteY9" fmla="*/ 368877 h 368877"/>
                    <a:gd name="connsiteX10" fmla="*/ 116032 w 184438"/>
                    <a:gd name="connsiteY10" fmla="*/ 368877 h 368877"/>
                    <a:gd name="connsiteX11" fmla="*/ 111702 w 184438"/>
                    <a:gd name="connsiteY11" fmla="*/ 257175 h 368877"/>
                    <a:gd name="connsiteX12" fmla="*/ 79664 w 184438"/>
                    <a:gd name="connsiteY12" fmla="*/ 208684 h 368877"/>
                    <a:gd name="connsiteX13" fmla="*/ 71005 w 184438"/>
                    <a:gd name="connsiteY13" fmla="*/ 208684 h 368877"/>
                    <a:gd name="connsiteX14" fmla="*/ 71005 w 184438"/>
                    <a:gd name="connsiteY14" fmla="*/ 151534 h 368877"/>
                    <a:gd name="connsiteX15" fmla="*/ 79664 w 184438"/>
                    <a:gd name="connsiteY15" fmla="*/ 151534 h 368877"/>
                    <a:gd name="connsiteX16" fmla="*/ 112568 w 184438"/>
                    <a:gd name="connsiteY16" fmla="*/ 109971 h 368877"/>
                    <a:gd name="connsiteX17" fmla="*/ 112568 w 184438"/>
                    <a:gd name="connsiteY17" fmla="*/ 91786 h 368877"/>
                    <a:gd name="connsiteX18" fmla="*/ 81395 w 184438"/>
                    <a:gd name="connsiteY18" fmla="*/ 54552 h 368877"/>
                    <a:gd name="connsiteX19" fmla="*/ 70139 w 184438"/>
                    <a:gd name="connsiteY19" fmla="*/ 54552 h 368877"/>
                    <a:gd name="connsiteX20" fmla="*/ 70139 w 184438"/>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4438" h="368877">
                      <a:moveTo>
                        <a:pt x="71005" y="207818"/>
                      </a:moveTo>
                      <a:lnTo>
                        <a:pt x="71005" y="368011"/>
                      </a:lnTo>
                      <a:lnTo>
                        <a:pt x="0" y="368011"/>
                      </a:lnTo>
                      <a:lnTo>
                        <a:pt x="0" y="0"/>
                      </a:lnTo>
                      <a:lnTo>
                        <a:pt x="91786" y="0"/>
                      </a:lnTo>
                      <a:cubicBezTo>
                        <a:pt x="153266" y="0"/>
                        <a:pt x="184439" y="26843"/>
                        <a:pt x="184439" y="91786"/>
                      </a:cubicBezTo>
                      <a:lnTo>
                        <a:pt x="184439" y="104775"/>
                      </a:lnTo>
                      <a:cubicBezTo>
                        <a:pt x="184439" y="157596"/>
                        <a:pt x="163657" y="173182"/>
                        <a:pt x="148071" y="180109"/>
                      </a:cubicBezTo>
                      <a:cubicBezTo>
                        <a:pt x="170584" y="191366"/>
                        <a:pt x="181841" y="207818"/>
                        <a:pt x="181841" y="259773"/>
                      </a:cubicBezTo>
                      <a:cubicBezTo>
                        <a:pt x="181841" y="295275"/>
                        <a:pt x="180975" y="348961"/>
                        <a:pt x="184439" y="368877"/>
                      </a:cubicBezTo>
                      <a:lnTo>
                        <a:pt x="116032" y="368877"/>
                      </a:lnTo>
                      <a:cubicBezTo>
                        <a:pt x="111702" y="352425"/>
                        <a:pt x="111702" y="303934"/>
                        <a:pt x="111702" y="257175"/>
                      </a:cubicBezTo>
                      <a:cubicBezTo>
                        <a:pt x="111702" y="215611"/>
                        <a:pt x="107373" y="208684"/>
                        <a:pt x="79664" y="208684"/>
                      </a:cubicBezTo>
                      <a:lnTo>
                        <a:pt x="71005" y="208684"/>
                      </a:lnTo>
                      <a:close/>
                      <a:moveTo>
                        <a:pt x="71005" y="151534"/>
                      </a:moveTo>
                      <a:lnTo>
                        <a:pt x="79664" y="151534"/>
                      </a:lnTo>
                      <a:cubicBezTo>
                        <a:pt x="103043" y="151534"/>
                        <a:pt x="112568" y="143741"/>
                        <a:pt x="112568" y="109971"/>
                      </a:cubicBezTo>
                      <a:lnTo>
                        <a:pt x="112568" y="91786"/>
                      </a:lnTo>
                      <a:cubicBezTo>
                        <a:pt x="112568" y="66675"/>
                        <a:pt x="107373" y="54552"/>
                        <a:pt x="81395" y="54552"/>
                      </a:cubicBezTo>
                      <a:lnTo>
                        <a:pt x="70139" y="54552"/>
                      </a:lnTo>
                      <a:lnTo>
                        <a:pt x="70139" y="151534"/>
                      </a:lnTo>
                      <a:close/>
                    </a:path>
                  </a:pathLst>
                </a:custGeom>
                <a:grpFill/>
                <a:ln w="8653"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5AF5DE34-C7B3-407D-1844-8BA1A52359D6}"/>
                    </a:ext>
                  </a:extLst>
                </p:cNvPr>
                <p:cNvSpPr/>
                <p:nvPr/>
              </p:nvSpPr>
              <p:spPr>
                <a:xfrm>
                  <a:off x="7141713"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30"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79664" y="60614"/>
                        <a:pt x="71870" y="71005"/>
                        <a:pt x="71870" y="96116"/>
                      </a:cubicBezTo>
                      <a:close/>
                    </a:path>
                  </a:pathLst>
                </a:custGeom>
                <a:grpFill/>
                <a:ln w="8653"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C1FA7C39-A122-95AA-B1C3-11801A505914}"/>
                    </a:ext>
                  </a:extLst>
                </p:cNvPr>
                <p:cNvSpPr/>
                <p:nvPr/>
              </p:nvSpPr>
              <p:spPr>
                <a:xfrm>
                  <a:off x="737117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0542D5F0-871E-F119-E133-C10D6D931793}"/>
                    </a:ext>
                  </a:extLst>
                </p:cNvPr>
                <p:cNvSpPr/>
                <p:nvPr/>
              </p:nvSpPr>
              <p:spPr>
                <a:xfrm>
                  <a:off x="7585059"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3" y="318655"/>
                        <a:pt x="95250" y="318655"/>
                      </a:cubicBezTo>
                      <a:cubicBezTo>
                        <a:pt x="111702" y="318655"/>
                        <a:pt x="119495" y="308264"/>
                        <a:pt x="119495" y="284018"/>
                      </a:cubicBezTo>
                      <a:lnTo>
                        <a:pt x="119495" y="95250"/>
                      </a:lnTo>
                      <a:cubicBezTo>
                        <a:pt x="119495" y="71870"/>
                        <a:pt x="113434" y="60614"/>
                        <a:pt x="95250" y="60614"/>
                      </a:cubicBezTo>
                      <a:cubicBezTo>
                        <a:pt x="80529" y="60614"/>
                        <a:pt x="71870" y="71005"/>
                        <a:pt x="71870" y="96116"/>
                      </a:cubicBezTo>
                      <a:close/>
                    </a:path>
                  </a:pathLst>
                </a:custGeom>
                <a:grpFill/>
                <a:ln w="8653"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683B3E01-46C4-3E18-FF87-36D1906494BC}"/>
                    </a:ext>
                  </a:extLst>
                </p:cNvPr>
                <p:cNvSpPr/>
                <p:nvPr/>
              </p:nvSpPr>
              <p:spPr>
                <a:xfrm>
                  <a:off x="7805866" y="3188519"/>
                  <a:ext cx="182706" cy="379268"/>
                </a:xfrm>
                <a:custGeom>
                  <a:avLst/>
                  <a:gdLst>
                    <a:gd name="connsiteX0" fmla="*/ 68407 w 182706"/>
                    <a:gd name="connsiteY0" fmla="*/ 260639 h 379268"/>
                    <a:gd name="connsiteX1" fmla="*/ 68407 w 182706"/>
                    <a:gd name="connsiteY1" fmla="*/ 285750 h 379268"/>
                    <a:gd name="connsiteX2" fmla="*/ 90920 w 182706"/>
                    <a:gd name="connsiteY2" fmla="*/ 321252 h 379268"/>
                    <a:gd name="connsiteX3" fmla="*/ 110836 w 182706"/>
                    <a:gd name="connsiteY3" fmla="*/ 287482 h 379268"/>
                    <a:gd name="connsiteX4" fmla="*/ 66675 w 182706"/>
                    <a:gd name="connsiteY4" fmla="*/ 211282 h 379268"/>
                    <a:gd name="connsiteX5" fmla="*/ 3464 w 182706"/>
                    <a:gd name="connsiteY5" fmla="*/ 101311 h 379268"/>
                    <a:gd name="connsiteX6" fmla="*/ 90920 w 182706"/>
                    <a:gd name="connsiteY6" fmla="*/ 0 h 379268"/>
                    <a:gd name="connsiteX7" fmla="*/ 175779 w 182706"/>
                    <a:gd name="connsiteY7" fmla="*/ 92652 h 379268"/>
                    <a:gd name="connsiteX8" fmla="*/ 175779 w 182706"/>
                    <a:gd name="connsiteY8" fmla="*/ 113434 h 379268"/>
                    <a:gd name="connsiteX9" fmla="*/ 109104 w 182706"/>
                    <a:gd name="connsiteY9" fmla="*/ 113434 h 379268"/>
                    <a:gd name="connsiteX10" fmla="*/ 109104 w 182706"/>
                    <a:gd name="connsiteY10" fmla="*/ 91786 h 379268"/>
                    <a:gd name="connsiteX11" fmla="*/ 91786 w 182706"/>
                    <a:gd name="connsiteY11" fmla="*/ 58016 h 379268"/>
                    <a:gd name="connsiteX12" fmla="*/ 74468 w 182706"/>
                    <a:gd name="connsiteY12" fmla="*/ 90054 h 379268"/>
                    <a:gd name="connsiteX13" fmla="*/ 109104 w 182706"/>
                    <a:gd name="connsiteY13" fmla="*/ 147205 h 379268"/>
                    <a:gd name="connsiteX14" fmla="*/ 182707 w 182706"/>
                    <a:gd name="connsiteY14" fmla="*/ 274493 h 379268"/>
                    <a:gd name="connsiteX15" fmla="*/ 90055 w 182706"/>
                    <a:gd name="connsiteY15" fmla="*/ 379268 h 379268"/>
                    <a:gd name="connsiteX16" fmla="*/ 0 w 182706"/>
                    <a:gd name="connsiteY16" fmla="*/ 282286 h 379268"/>
                    <a:gd name="connsiteX17" fmla="*/ 0 w 182706"/>
                    <a:gd name="connsiteY17" fmla="*/ 260639 h 379268"/>
                    <a:gd name="connsiteX18" fmla="*/ 68407 w 182706"/>
                    <a:gd name="connsiteY18" fmla="*/ 260639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706" h="379268">
                      <a:moveTo>
                        <a:pt x="68407" y="260639"/>
                      </a:moveTo>
                      <a:lnTo>
                        <a:pt x="68407" y="285750"/>
                      </a:lnTo>
                      <a:cubicBezTo>
                        <a:pt x="68407" y="309995"/>
                        <a:pt x="74468" y="321252"/>
                        <a:pt x="90920" y="321252"/>
                      </a:cubicBezTo>
                      <a:cubicBezTo>
                        <a:pt x="107373" y="321252"/>
                        <a:pt x="110836" y="304800"/>
                        <a:pt x="110836" y="287482"/>
                      </a:cubicBezTo>
                      <a:cubicBezTo>
                        <a:pt x="110836" y="252845"/>
                        <a:pt x="103909" y="242455"/>
                        <a:pt x="66675" y="211282"/>
                      </a:cubicBezTo>
                      <a:cubicBezTo>
                        <a:pt x="25111" y="175779"/>
                        <a:pt x="3464" y="154998"/>
                        <a:pt x="3464" y="101311"/>
                      </a:cubicBezTo>
                      <a:cubicBezTo>
                        <a:pt x="3464" y="48491"/>
                        <a:pt x="20782" y="0"/>
                        <a:pt x="90920" y="0"/>
                      </a:cubicBezTo>
                      <a:cubicBezTo>
                        <a:pt x="165388" y="0"/>
                        <a:pt x="175779" y="50223"/>
                        <a:pt x="175779" y="92652"/>
                      </a:cubicBezTo>
                      <a:lnTo>
                        <a:pt x="175779" y="113434"/>
                      </a:lnTo>
                      <a:lnTo>
                        <a:pt x="109104" y="113434"/>
                      </a:lnTo>
                      <a:lnTo>
                        <a:pt x="109104" y="91786"/>
                      </a:lnTo>
                      <a:cubicBezTo>
                        <a:pt x="109104" y="69273"/>
                        <a:pt x="105641" y="58016"/>
                        <a:pt x="91786" y="58016"/>
                      </a:cubicBezTo>
                      <a:cubicBezTo>
                        <a:pt x="78798" y="58016"/>
                        <a:pt x="74468" y="69273"/>
                        <a:pt x="74468" y="90054"/>
                      </a:cubicBezTo>
                      <a:cubicBezTo>
                        <a:pt x="74468" y="112568"/>
                        <a:pt x="78798" y="122959"/>
                        <a:pt x="109104" y="147205"/>
                      </a:cubicBezTo>
                      <a:cubicBezTo>
                        <a:pt x="163657" y="189634"/>
                        <a:pt x="182707" y="213880"/>
                        <a:pt x="182707" y="274493"/>
                      </a:cubicBezTo>
                      <a:cubicBezTo>
                        <a:pt x="182707" y="332509"/>
                        <a:pt x="162791" y="379268"/>
                        <a:pt x="90055" y="379268"/>
                      </a:cubicBezTo>
                      <a:cubicBezTo>
                        <a:pt x="19916" y="379268"/>
                        <a:pt x="0" y="336839"/>
                        <a:pt x="0" y="282286"/>
                      </a:cubicBezTo>
                      <a:lnTo>
                        <a:pt x="0" y="260639"/>
                      </a:lnTo>
                      <a:lnTo>
                        <a:pt x="68407" y="260639"/>
                      </a:lnTo>
                      <a:close/>
                    </a:path>
                  </a:pathLst>
                </a:custGeom>
                <a:grpFill/>
                <a:ln w="8653"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497D8136-A8C2-2DBC-00F8-5DA904F777A9}"/>
                    </a:ext>
                  </a:extLst>
                </p:cNvPr>
                <p:cNvSpPr/>
                <p:nvPr/>
              </p:nvSpPr>
              <p:spPr>
                <a:xfrm>
                  <a:off x="8006757" y="3194581"/>
                  <a:ext cx="211281" cy="368011"/>
                </a:xfrm>
                <a:custGeom>
                  <a:avLst/>
                  <a:gdLst>
                    <a:gd name="connsiteX0" fmla="*/ 80530 w 211281"/>
                    <a:gd name="connsiteY0" fmla="*/ 280555 h 368011"/>
                    <a:gd name="connsiteX1" fmla="*/ 71871 w 211281"/>
                    <a:gd name="connsiteY1" fmla="*/ 368011 h 368011"/>
                    <a:gd name="connsiteX2" fmla="*/ 0 w 211281"/>
                    <a:gd name="connsiteY2" fmla="*/ 368011 h 368011"/>
                    <a:gd name="connsiteX3" fmla="*/ 51955 w 211281"/>
                    <a:gd name="connsiteY3" fmla="*/ 0 h 368011"/>
                    <a:gd name="connsiteX4" fmla="*/ 157596 w 211281"/>
                    <a:gd name="connsiteY4" fmla="*/ 0 h 368011"/>
                    <a:gd name="connsiteX5" fmla="*/ 211282 w 211281"/>
                    <a:gd name="connsiteY5" fmla="*/ 368011 h 368011"/>
                    <a:gd name="connsiteX6" fmla="*/ 137680 w 211281"/>
                    <a:gd name="connsiteY6" fmla="*/ 368011 h 368011"/>
                    <a:gd name="connsiteX7" fmla="*/ 127289 w 211281"/>
                    <a:gd name="connsiteY7" fmla="*/ 280555 h 368011"/>
                    <a:gd name="connsiteX8" fmla="*/ 80530 w 211281"/>
                    <a:gd name="connsiteY8" fmla="*/ 280555 h 368011"/>
                    <a:gd name="connsiteX9" fmla="*/ 120361 w 211281"/>
                    <a:gd name="connsiteY9" fmla="*/ 218209 h 368011"/>
                    <a:gd name="connsiteX10" fmla="*/ 103909 w 211281"/>
                    <a:gd name="connsiteY10" fmla="*/ 64077 h 368011"/>
                    <a:gd name="connsiteX11" fmla="*/ 101311 w 211281"/>
                    <a:gd name="connsiteY11" fmla="*/ 64077 h 368011"/>
                    <a:gd name="connsiteX12" fmla="*/ 86591 w 211281"/>
                    <a:gd name="connsiteY12" fmla="*/ 218209 h 368011"/>
                    <a:gd name="connsiteX13" fmla="*/ 120361 w 211281"/>
                    <a:gd name="connsiteY13" fmla="*/ 218209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281" h="368011">
                      <a:moveTo>
                        <a:pt x="80530" y="280555"/>
                      </a:moveTo>
                      <a:lnTo>
                        <a:pt x="71871" y="368011"/>
                      </a:lnTo>
                      <a:lnTo>
                        <a:pt x="0" y="368011"/>
                      </a:lnTo>
                      <a:lnTo>
                        <a:pt x="51955" y="0"/>
                      </a:lnTo>
                      <a:lnTo>
                        <a:pt x="157596" y="0"/>
                      </a:lnTo>
                      <a:lnTo>
                        <a:pt x="211282" y="368011"/>
                      </a:lnTo>
                      <a:lnTo>
                        <a:pt x="137680" y="368011"/>
                      </a:lnTo>
                      <a:lnTo>
                        <a:pt x="127289" y="280555"/>
                      </a:lnTo>
                      <a:lnTo>
                        <a:pt x="80530" y="280555"/>
                      </a:lnTo>
                      <a:close/>
                      <a:moveTo>
                        <a:pt x="120361" y="218209"/>
                      </a:moveTo>
                      <a:cubicBezTo>
                        <a:pt x="115166" y="171450"/>
                        <a:pt x="107373" y="99580"/>
                        <a:pt x="103909" y="64077"/>
                      </a:cubicBezTo>
                      <a:lnTo>
                        <a:pt x="101311" y="64077"/>
                      </a:lnTo>
                      <a:cubicBezTo>
                        <a:pt x="100446" y="90054"/>
                        <a:pt x="90920" y="172316"/>
                        <a:pt x="86591" y="218209"/>
                      </a:cubicBezTo>
                      <a:lnTo>
                        <a:pt x="120361" y="218209"/>
                      </a:lnTo>
                      <a:close/>
                    </a:path>
                  </a:pathLst>
                </a:custGeom>
                <a:grpFill/>
                <a:ln w="8653" cap="flat">
                  <a:noFill/>
                  <a:prstDash val="solid"/>
                  <a:miter/>
                </a:ln>
              </p:spPr>
              <p:txBody>
                <a:bodyPr rtlCol="0" anchor="ctr"/>
                <a:lstStyle/>
                <a:p>
                  <a:endParaRPr lang="en-US"/>
                </a:p>
              </p:txBody>
            </p:sp>
            <p:sp>
              <p:nvSpPr>
                <p:cNvPr id="169" name="Freeform 168">
                  <a:extLst>
                    <a:ext uri="{FF2B5EF4-FFF2-40B4-BE49-F238E27FC236}">
                      <a16:creationId xmlns:a16="http://schemas.microsoft.com/office/drawing/2014/main" id="{F8515E6C-7302-A15A-C43F-067E5B560BA6}"/>
                    </a:ext>
                  </a:extLst>
                </p:cNvPr>
                <p:cNvSpPr/>
                <p:nvPr/>
              </p:nvSpPr>
              <p:spPr>
                <a:xfrm>
                  <a:off x="8242284" y="3194581"/>
                  <a:ext cx="159327" cy="368877"/>
                </a:xfrm>
                <a:custGeom>
                  <a:avLst/>
                  <a:gdLst>
                    <a:gd name="connsiteX0" fmla="*/ 0 w 159327"/>
                    <a:gd name="connsiteY0" fmla="*/ 0 h 368877"/>
                    <a:gd name="connsiteX1" fmla="*/ 71004 w 159327"/>
                    <a:gd name="connsiteY1" fmla="*/ 0 h 368877"/>
                    <a:gd name="connsiteX2" fmla="*/ 71004 w 159327"/>
                    <a:gd name="connsiteY2" fmla="*/ 306532 h 368877"/>
                    <a:gd name="connsiteX3" fmla="*/ 159327 w 159327"/>
                    <a:gd name="connsiteY3" fmla="*/ 306532 h 368877"/>
                    <a:gd name="connsiteX4" fmla="*/ 153266 w 159327"/>
                    <a:gd name="connsiteY4" fmla="*/ 368877 h 368877"/>
                    <a:gd name="connsiteX5" fmla="*/ 0 w 159327"/>
                    <a:gd name="connsiteY5" fmla="*/ 368877 h 368877"/>
                    <a:gd name="connsiteX6" fmla="*/ 0 w 159327"/>
                    <a:gd name="connsiteY6" fmla="*/ 0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27" h="368877">
                      <a:moveTo>
                        <a:pt x="0" y="0"/>
                      </a:moveTo>
                      <a:lnTo>
                        <a:pt x="71004" y="0"/>
                      </a:lnTo>
                      <a:lnTo>
                        <a:pt x="71004" y="306532"/>
                      </a:lnTo>
                      <a:lnTo>
                        <a:pt x="159327" y="306532"/>
                      </a:lnTo>
                      <a:lnTo>
                        <a:pt x="153266" y="368877"/>
                      </a:lnTo>
                      <a:lnTo>
                        <a:pt x="0" y="368877"/>
                      </a:lnTo>
                      <a:lnTo>
                        <a:pt x="0" y="0"/>
                      </a:lnTo>
                      <a:close/>
                    </a:path>
                  </a:pathLst>
                </a:custGeom>
                <a:grpFill/>
                <a:ln w="8653" cap="flat">
                  <a:noFill/>
                  <a:prstDash val="solid"/>
                  <a:miter/>
                </a:ln>
              </p:spPr>
              <p:txBody>
                <a:bodyPr rtlCol="0" anchor="ctr"/>
                <a:lstStyle/>
                <a:p>
                  <a:endParaRPr lang="en-US"/>
                </a:p>
              </p:txBody>
            </p:sp>
          </p:grpSp>
        </p:grpSp>
      </p:grpSp>
      <p:sp>
        <p:nvSpPr>
          <p:cNvPr id="177" name="Rectangle 176">
            <a:extLst>
              <a:ext uri="{FF2B5EF4-FFF2-40B4-BE49-F238E27FC236}">
                <a16:creationId xmlns:a16="http://schemas.microsoft.com/office/drawing/2014/main" id="{C76D1F76-E976-435F-0915-718359B0E705}"/>
              </a:ext>
            </a:extLst>
          </p:cNvPr>
          <p:cNvSpPr/>
          <p:nvPr/>
        </p:nvSpPr>
        <p:spPr>
          <a:xfrm>
            <a:off x="-4905" y="0"/>
            <a:ext cx="6785714"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US" sz="4400" kern="100" dirty="0">
                <a:solidFill>
                  <a:schemeClr val="bg1"/>
                </a:solidFill>
                <a:latin typeface="Courier" pitchFamily="2" charset="0"/>
                <a:ea typeface="Calibri" panose="020F0502020204030204" pitchFamily="34" charset="0"/>
                <a:cs typeface="Times New Roman" panose="02020603050405020304" pitchFamily="18" charset="0"/>
              </a:rPr>
              <a:t>contents</a:t>
            </a:r>
            <a:endParaRPr lang="en-US" sz="4400" kern="100" dirty="0">
              <a:solidFill>
                <a:schemeClr val="bg1"/>
              </a:solidFill>
              <a:effectLst/>
              <a:latin typeface="Courier" pitchFamily="2" charset="0"/>
              <a:ea typeface="Calibri" panose="020F0502020204030204" pitchFamily="34" charset="0"/>
              <a:cs typeface="Times New Roman" panose="02020603050405020304" pitchFamily="18" charset="0"/>
            </a:endParaRPr>
          </a:p>
        </p:txBody>
      </p:sp>
      <p:sp>
        <p:nvSpPr>
          <p:cNvPr id="178" name="Rounded Rectangle 177">
            <a:extLst>
              <a:ext uri="{FF2B5EF4-FFF2-40B4-BE49-F238E27FC236}">
                <a16:creationId xmlns:a16="http://schemas.microsoft.com/office/drawing/2014/main" id="{CCC9A221-2A56-7D2E-FFEB-4753B473795B}"/>
              </a:ext>
            </a:extLst>
          </p:cNvPr>
          <p:cNvSpPr/>
          <p:nvPr/>
        </p:nvSpPr>
        <p:spPr>
          <a:xfrm>
            <a:off x="408324" y="1956693"/>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9" name="Rounded Rectangle 178">
            <a:extLst>
              <a:ext uri="{FF2B5EF4-FFF2-40B4-BE49-F238E27FC236}">
                <a16:creationId xmlns:a16="http://schemas.microsoft.com/office/drawing/2014/main" id="{27971E31-C07A-AE31-37DB-A441CD7D7919}"/>
              </a:ext>
            </a:extLst>
          </p:cNvPr>
          <p:cNvSpPr/>
          <p:nvPr/>
        </p:nvSpPr>
        <p:spPr>
          <a:xfrm>
            <a:off x="408324" y="2726339"/>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0" name="Rounded Rectangle 179">
            <a:extLst>
              <a:ext uri="{FF2B5EF4-FFF2-40B4-BE49-F238E27FC236}">
                <a16:creationId xmlns:a16="http://schemas.microsoft.com/office/drawing/2014/main" id="{CD3AF959-2A46-3137-5EC8-F9B48C246679}"/>
              </a:ext>
            </a:extLst>
          </p:cNvPr>
          <p:cNvSpPr/>
          <p:nvPr/>
        </p:nvSpPr>
        <p:spPr>
          <a:xfrm>
            <a:off x="408324" y="3495986"/>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1" name="Rounded Rectangle 180">
            <a:extLst>
              <a:ext uri="{FF2B5EF4-FFF2-40B4-BE49-F238E27FC236}">
                <a16:creationId xmlns:a16="http://schemas.microsoft.com/office/drawing/2014/main" id="{84236C8B-1290-FDCF-9942-9F91E3C77807}"/>
              </a:ext>
            </a:extLst>
          </p:cNvPr>
          <p:cNvSpPr/>
          <p:nvPr/>
        </p:nvSpPr>
        <p:spPr>
          <a:xfrm>
            <a:off x="408324" y="1187047"/>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2" name="Rectangle 181">
            <a:extLst>
              <a:ext uri="{FF2B5EF4-FFF2-40B4-BE49-F238E27FC236}">
                <a16:creationId xmlns:a16="http://schemas.microsoft.com/office/drawing/2014/main" id="{550AF555-259A-BAC7-6A83-B48C64E5F768}"/>
              </a:ext>
            </a:extLst>
          </p:cNvPr>
          <p:cNvSpPr/>
          <p:nvPr/>
        </p:nvSpPr>
        <p:spPr>
          <a:xfrm>
            <a:off x="408324" y="1283306"/>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1</a:t>
            </a:r>
          </a:p>
        </p:txBody>
      </p:sp>
      <p:sp>
        <p:nvSpPr>
          <p:cNvPr id="183" name="Rectangle 182">
            <a:extLst>
              <a:ext uri="{FF2B5EF4-FFF2-40B4-BE49-F238E27FC236}">
                <a16:creationId xmlns:a16="http://schemas.microsoft.com/office/drawing/2014/main" id="{6ABB8FA6-0F7B-5BFA-5402-46A263D13E2C}"/>
              </a:ext>
            </a:extLst>
          </p:cNvPr>
          <p:cNvSpPr/>
          <p:nvPr/>
        </p:nvSpPr>
        <p:spPr>
          <a:xfrm>
            <a:off x="408324" y="2044334"/>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2</a:t>
            </a:r>
          </a:p>
        </p:txBody>
      </p:sp>
      <p:sp>
        <p:nvSpPr>
          <p:cNvPr id="184" name="Rectangle 183">
            <a:extLst>
              <a:ext uri="{FF2B5EF4-FFF2-40B4-BE49-F238E27FC236}">
                <a16:creationId xmlns:a16="http://schemas.microsoft.com/office/drawing/2014/main" id="{B61D67B3-4C69-C2A2-11C6-ADA64D74983B}"/>
              </a:ext>
            </a:extLst>
          </p:cNvPr>
          <p:cNvSpPr/>
          <p:nvPr/>
        </p:nvSpPr>
        <p:spPr>
          <a:xfrm>
            <a:off x="408324" y="2808986"/>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3</a:t>
            </a:r>
          </a:p>
        </p:txBody>
      </p:sp>
      <p:sp>
        <p:nvSpPr>
          <p:cNvPr id="185" name="Rectangle 184">
            <a:extLst>
              <a:ext uri="{FF2B5EF4-FFF2-40B4-BE49-F238E27FC236}">
                <a16:creationId xmlns:a16="http://schemas.microsoft.com/office/drawing/2014/main" id="{D2E24AB5-4866-03BD-9143-C82C8BC6B246}"/>
              </a:ext>
            </a:extLst>
          </p:cNvPr>
          <p:cNvSpPr/>
          <p:nvPr/>
        </p:nvSpPr>
        <p:spPr>
          <a:xfrm>
            <a:off x="408324" y="3570014"/>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4</a:t>
            </a:r>
          </a:p>
        </p:txBody>
      </p:sp>
      <p:sp>
        <p:nvSpPr>
          <p:cNvPr id="186" name="Rectangle 185">
            <a:extLst>
              <a:ext uri="{FF2B5EF4-FFF2-40B4-BE49-F238E27FC236}">
                <a16:creationId xmlns:a16="http://schemas.microsoft.com/office/drawing/2014/main" id="{19ADA066-07EA-6239-A37C-96500A546C4A}"/>
              </a:ext>
            </a:extLst>
          </p:cNvPr>
          <p:cNvSpPr/>
          <p:nvPr/>
        </p:nvSpPr>
        <p:spPr>
          <a:xfrm>
            <a:off x="1213375" y="2000177"/>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P</a:t>
            </a:r>
            <a:r>
              <a:rPr lang="en-US" sz="24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roblem and Solution</a:t>
            </a:r>
            <a:endParaRPr lang="en-US" sz="2400" dirty="0">
              <a:solidFill>
                <a:srgbClr val="284348"/>
              </a:solidFill>
            </a:endParaRPr>
          </a:p>
        </p:txBody>
      </p:sp>
      <p:sp>
        <p:nvSpPr>
          <p:cNvPr id="187" name="Rectangle 186">
            <a:extLst>
              <a:ext uri="{FF2B5EF4-FFF2-40B4-BE49-F238E27FC236}">
                <a16:creationId xmlns:a16="http://schemas.microsoft.com/office/drawing/2014/main" id="{22528E6E-A883-903B-984A-C03763ED8E99}"/>
              </a:ext>
            </a:extLst>
          </p:cNvPr>
          <p:cNvSpPr/>
          <p:nvPr/>
        </p:nvSpPr>
        <p:spPr>
          <a:xfrm>
            <a:off x="1258464" y="2763938"/>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G</a:t>
            </a:r>
            <a:r>
              <a:rPr lang="en-US" sz="24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oals and Benefits</a:t>
            </a:r>
            <a:endParaRPr lang="en-US" sz="2400" dirty="0">
              <a:solidFill>
                <a:srgbClr val="284348"/>
              </a:solidFill>
            </a:endParaRPr>
          </a:p>
        </p:txBody>
      </p:sp>
      <p:sp>
        <p:nvSpPr>
          <p:cNvPr id="188" name="Rectangle 187">
            <a:extLst>
              <a:ext uri="{FF2B5EF4-FFF2-40B4-BE49-F238E27FC236}">
                <a16:creationId xmlns:a16="http://schemas.microsoft.com/office/drawing/2014/main" id="{22EA9CBD-FBD2-7B28-3F7A-77B253EE763F}"/>
              </a:ext>
            </a:extLst>
          </p:cNvPr>
          <p:cNvSpPr/>
          <p:nvPr/>
        </p:nvSpPr>
        <p:spPr>
          <a:xfrm>
            <a:off x="1213375" y="5086125"/>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D</a:t>
            </a:r>
            <a:r>
              <a:rPr lang="en-US" sz="24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eliverables</a:t>
            </a:r>
            <a:endParaRPr lang="en-US" sz="2400" dirty="0">
              <a:solidFill>
                <a:srgbClr val="284348"/>
              </a:solidFill>
            </a:endParaRPr>
          </a:p>
        </p:txBody>
      </p:sp>
      <p:sp>
        <p:nvSpPr>
          <p:cNvPr id="189" name="Rectangle 188">
            <a:extLst>
              <a:ext uri="{FF2B5EF4-FFF2-40B4-BE49-F238E27FC236}">
                <a16:creationId xmlns:a16="http://schemas.microsoft.com/office/drawing/2014/main" id="{2B24C3BD-EC74-4C1F-BC5B-E02E455A4302}"/>
              </a:ext>
            </a:extLst>
          </p:cNvPr>
          <p:cNvSpPr/>
          <p:nvPr/>
        </p:nvSpPr>
        <p:spPr>
          <a:xfrm>
            <a:off x="1284717" y="3557984"/>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M</a:t>
            </a:r>
            <a:r>
              <a:rPr lang="en-US" sz="24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ethodology</a:t>
            </a:r>
            <a:endParaRPr lang="en-US" sz="2400" dirty="0">
              <a:solidFill>
                <a:srgbClr val="284348"/>
              </a:solidFill>
            </a:endParaRPr>
          </a:p>
        </p:txBody>
      </p:sp>
      <p:sp>
        <p:nvSpPr>
          <p:cNvPr id="190" name="Rounded Rectangle 189">
            <a:extLst>
              <a:ext uri="{FF2B5EF4-FFF2-40B4-BE49-F238E27FC236}">
                <a16:creationId xmlns:a16="http://schemas.microsoft.com/office/drawing/2014/main" id="{08F42B0E-EB00-7B0D-41C2-13F114FEF342}"/>
              </a:ext>
            </a:extLst>
          </p:cNvPr>
          <p:cNvSpPr/>
          <p:nvPr/>
        </p:nvSpPr>
        <p:spPr>
          <a:xfrm>
            <a:off x="5057707" y="1956693"/>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93" name="Rounded Rectangle 192">
            <a:extLst>
              <a:ext uri="{FF2B5EF4-FFF2-40B4-BE49-F238E27FC236}">
                <a16:creationId xmlns:a16="http://schemas.microsoft.com/office/drawing/2014/main" id="{9B9794C0-7435-F770-47B7-063ED458ABCA}"/>
              </a:ext>
            </a:extLst>
          </p:cNvPr>
          <p:cNvSpPr/>
          <p:nvPr/>
        </p:nvSpPr>
        <p:spPr>
          <a:xfrm>
            <a:off x="5057707" y="1187047"/>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94" name="Rectangle 193">
            <a:extLst>
              <a:ext uri="{FF2B5EF4-FFF2-40B4-BE49-F238E27FC236}">
                <a16:creationId xmlns:a16="http://schemas.microsoft.com/office/drawing/2014/main" id="{E9517791-9655-2290-E7A5-D97FCA7545F7}"/>
              </a:ext>
            </a:extLst>
          </p:cNvPr>
          <p:cNvSpPr/>
          <p:nvPr/>
        </p:nvSpPr>
        <p:spPr>
          <a:xfrm>
            <a:off x="5057707" y="1283306"/>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7</a:t>
            </a:r>
          </a:p>
        </p:txBody>
      </p:sp>
      <p:sp>
        <p:nvSpPr>
          <p:cNvPr id="195" name="Rectangle 194">
            <a:extLst>
              <a:ext uri="{FF2B5EF4-FFF2-40B4-BE49-F238E27FC236}">
                <a16:creationId xmlns:a16="http://schemas.microsoft.com/office/drawing/2014/main" id="{EC37A1CD-FCC6-FFBC-60FB-8DC8D53F6BEF}"/>
              </a:ext>
            </a:extLst>
          </p:cNvPr>
          <p:cNvSpPr/>
          <p:nvPr/>
        </p:nvSpPr>
        <p:spPr>
          <a:xfrm>
            <a:off x="5057707" y="2044334"/>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8</a:t>
            </a:r>
          </a:p>
        </p:txBody>
      </p:sp>
      <p:sp>
        <p:nvSpPr>
          <p:cNvPr id="198" name="Rectangle 197">
            <a:extLst>
              <a:ext uri="{FF2B5EF4-FFF2-40B4-BE49-F238E27FC236}">
                <a16:creationId xmlns:a16="http://schemas.microsoft.com/office/drawing/2014/main" id="{7E255D06-CB08-658F-FDE2-D360057BD06C}"/>
              </a:ext>
            </a:extLst>
          </p:cNvPr>
          <p:cNvSpPr/>
          <p:nvPr/>
        </p:nvSpPr>
        <p:spPr>
          <a:xfrm>
            <a:off x="1184872" y="1254506"/>
            <a:ext cx="4114800"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Existing System</a:t>
            </a:r>
          </a:p>
        </p:txBody>
      </p:sp>
      <p:sp>
        <p:nvSpPr>
          <p:cNvPr id="199" name="Rectangle 198">
            <a:extLst>
              <a:ext uri="{FF2B5EF4-FFF2-40B4-BE49-F238E27FC236}">
                <a16:creationId xmlns:a16="http://schemas.microsoft.com/office/drawing/2014/main" id="{2C040A5A-8F05-6779-6AFC-E1332DF6AC31}"/>
              </a:ext>
            </a:extLst>
          </p:cNvPr>
          <p:cNvSpPr/>
          <p:nvPr/>
        </p:nvSpPr>
        <p:spPr>
          <a:xfrm>
            <a:off x="5847133" y="2051333"/>
            <a:ext cx="4920982"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C</a:t>
            </a:r>
            <a:r>
              <a:rPr lang="en-US" sz="24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onclusion</a:t>
            </a:r>
          </a:p>
        </p:txBody>
      </p:sp>
      <p:sp>
        <p:nvSpPr>
          <p:cNvPr id="202" name="Rounded Rectangle 201">
            <a:extLst>
              <a:ext uri="{FF2B5EF4-FFF2-40B4-BE49-F238E27FC236}">
                <a16:creationId xmlns:a16="http://schemas.microsoft.com/office/drawing/2014/main" id="{2EF34A6E-AFB3-39B1-896A-04425CB1AEF6}"/>
              </a:ext>
            </a:extLst>
          </p:cNvPr>
          <p:cNvSpPr/>
          <p:nvPr/>
        </p:nvSpPr>
        <p:spPr>
          <a:xfrm>
            <a:off x="408324" y="4316478"/>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3" name="Rounded Rectangle 202">
            <a:extLst>
              <a:ext uri="{FF2B5EF4-FFF2-40B4-BE49-F238E27FC236}">
                <a16:creationId xmlns:a16="http://schemas.microsoft.com/office/drawing/2014/main" id="{D99671FC-C7CB-CC93-7A1E-ED31AAD41AA2}"/>
              </a:ext>
            </a:extLst>
          </p:cNvPr>
          <p:cNvSpPr/>
          <p:nvPr/>
        </p:nvSpPr>
        <p:spPr>
          <a:xfrm>
            <a:off x="408324" y="5086125"/>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4" name="Rectangle 203">
            <a:extLst>
              <a:ext uri="{FF2B5EF4-FFF2-40B4-BE49-F238E27FC236}">
                <a16:creationId xmlns:a16="http://schemas.microsoft.com/office/drawing/2014/main" id="{7181CDA8-BE26-7EA2-D8C6-6872B6EFC43D}"/>
              </a:ext>
            </a:extLst>
          </p:cNvPr>
          <p:cNvSpPr/>
          <p:nvPr/>
        </p:nvSpPr>
        <p:spPr>
          <a:xfrm>
            <a:off x="408324" y="4399125"/>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5</a:t>
            </a:r>
          </a:p>
        </p:txBody>
      </p:sp>
      <p:sp>
        <p:nvSpPr>
          <p:cNvPr id="205" name="Rectangle 204">
            <a:extLst>
              <a:ext uri="{FF2B5EF4-FFF2-40B4-BE49-F238E27FC236}">
                <a16:creationId xmlns:a16="http://schemas.microsoft.com/office/drawing/2014/main" id="{E05C212A-A216-C219-9572-B93EB0A01C9B}"/>
              </a:ext>
            </a:extLst>
          </p:cNvPr>
          <p:cNvSpPr/>
          <p:nvPr/>
        </p:nvSpPr>
        <p:spPr>
          <a:xfrm>
            <a:off x="408324" y="5160153"/>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6</a:t>
            </a:r>
          </a:p>
        </p:txBody>
      </p:sp>
      <p:sp>
        <p:nvSpPr>
          <p:cNvPr id="206" name="Rectangle 205">
            <a:extLst>
              <a:ext uri="{FF2B5EF4-FFF2-40B4-BE49-F238E27FC236}">
                <a16:creationId xmlns:a16="http://schemas.microsoft.com/office/drawing/2014/main" id="{C2D7FE12-E0C8-FF0B-F50A-679180881E6F}"/>
              </a:ext>
            </a:extLst>
          </p:cNvPr>
          <p:cNvSpPr/>
          <p:nvPr/>
        </p:nvSpPr>
        <p:spPr>
          <a:xfrm>
            <a:off x="1258464" y="4334788"/>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cs typeface="Times New Roman" panose="02020603050405020304" pitchFamily="18" charset="0"/>
              </a:rPr>
              <a:t>Technology Stack</a:t>
            </a:r>
            <a:endParaRPr lang="en-US" sz="2400" dirty="0">
              <a:solidFill>
                <a:srgbClr val="284348"/>
              </a:solidFill>
            </a:endParaRPr>
          </a:p>
        </p:txBody>
      </p:sp>
      <p:sp>
        <p:nvSpPr>
          <p:cNvPr id="207" name="Rectangle 206">
            <a:extLst>
              <a:ext uri="{FF2B5EF4-FFF2-40B4-BE49-F238E27FC236}">
                <a16:creationId xmlns:a16="http://schemas.microsoft.com/office/drawing/2014/main" id="{94127AA5-18CA-A51B-F22D-4AB88AEB0DD0}"/>
              </a:ext>
            </a:extLst>
          </p:cNvPr>
          <p:cNvSpPr/>
          <p:nvPr/>
        </p:nvSpPr>
        <p:spPr>
          <a:xfrm>
            <a:off x="5788753" y="1231483"/>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T</a:t>
            </a:r>
            <a:r>
              <a:rPr lang="en-US" sz="24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imeline</a:t>
            </a:r>
            <a:endParaRPr lang="en-US" sz="2400" dirty="0">
              <a:solidFill>
                <a:srgbClr val="284348"/>
              </a:solidFill>
            </a:endParaRPr>
          </a:p>
        </p:txBody>
      </p:sp>
    </p:spTree>
    <p:extLst>
      <p:ext uri="{BB962C8B-B14F-4D97-AF65-F5344CB8AC3E}">
        <p14:creationId xmlns:p14="http://schemas.microsoft.com/office/powerpoint/2010/main" val="2906110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C636A"/>
        </a:solidFill>
        <a:effectLst/>
      </p:bgPr>
    </p:bg>
    <p:spTree>
      <p:nvGrpSpPr>
        <p:cNvPr id="1" name="">
          <a:extLst>
            <a:ext uri="{FF2B5EF4-FFF2-40B4-BE49-F238E27FC236}">
              <a16:creationId xmlns:a16="http://schemas.microsoft.com/office/drawing/2014/main" id="{BA502F0E-BEC4-D821-A4BE-F44879DCFA6F}"/>
            </a:ext>
          </a:extLst>
        </p:cNvPr>
        <p:cNvGrpSpPr/>
        <p:nvPr/>
      </p:nvGrpSpPr>
      <p:grpSpPr>
        <a:xfrm>
          <a:off x="0" y="0"/>
          <a:ext cx="0" cy="0"/>
          <a:chOff x="0" y="0"/>
          <a:chExt cx="0" cy="0"/>
        </a:xfrm>
      </p:grpSpPr>
      <p:grpSp>
        <p:nvGrpSpPr>
          <p:cNvPr id="236" name="Group 235">
            <a:extLst>
              <a:ext uri="{FF2B5EF4-FFF2-40B4-BE49-F238E27FC236}">
                <a16:creationId xmlns:a16="http://schemas.microsoft.com/office/drawing/2014/main" id="{8D96309E-E783-FC83-56FF-E837FA589BE2}"/>
              </a:ext>
            </a:extLst>
          </p:cNvPr>
          <p:cNvGrpSpPr/>
          <p:nvPr/>
        </p:nvGrpSpPr>
        <p:grpSpPr>
          <a:xfrm>
            <a:off x="10319546" y="61137"/>
            <a:ext cx="1813078" cy="1709844"/>
            <a:chOff x="4301836" y="1542184"/>
            <a:chExt cx="4242954" cy="4001365"/>
          </a:xfrm>
          <a:solidFill>
            <a:srgbClr val="E7E9DE"/>
          </a:solidFill>
        </p:grpSpPr>
        <p:sp>
          <p:nvSpPr>
            <p:cNvPr id="237" name="Freeform 236">
              <a:extLst>
                <a:ext uri="{FF2B5EF4-FFF2-40B4-BE49-F238E27FC236}">
                  <a16:creationId xmlns:a16="http://schemas.microsoft.com/office/drawing/2014/main" id="{979061DB-295D-62EA-77C8-4905BFBBEA2E}"/>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8" name="Freeform 237">
              <a:extLst>
                <a:ext uri="{FF2B5EF4-FFF2-40B4-BE49-F238E27FC236}">
                  <a16:creationId xmlns:a16="http://schemas.microsoft.com/office/drawing/2014/main" id="{A59E184B-68B1-9500-1EE8-14E8157A2776}"/>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9" name="Freeform 238">
              <a:extLst>
                <a:ext uri="{FF2B5EF4-FFF2-40B4-BE49-F238E27FC236}">
                  <a16:creationId xmlns:a16="http://schemas.microsoft.com/office/drawing/2014/main" id="{0C0E066F-E234-27EA-D476-1F86A5BA66F9}"/>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0" name="Freeform 239">
              <a:extLst>
                <a:ext uri="{FF2B5EF4-FFF2-40B4-BE49-F238E27FC236}">
                  <a16:creationId xmlns:a16="http://schemas.microsoft.com/office/drawing/2014/main" id="{1E7E08F4-DF33-56B3-91FF-33F47F04F0FB}"/>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1" name="Freeform 240">
              <a:extLst>
                <a:ext uri="{FF2B5EF4-FFF2-40B4-BE49-F238E27FC236}">
                  <a16:creationId xmlns:a16="http://schemas.microsoft.com/office/drawing/2014/main" id="{CFBBB5B9-A047-0E39-90E6-39F385A17A18}"/>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2" name="Freeform 241">
              <a:extLst>
                <a:ext uri="{FF2B5EF4-FFF2-40B4-BE49-F238E27FC236}">
                  <a16:creationId xmlns:a16="http://schemas.microsoft.com/office/drawing/2014/main" id="{E18452E3-E047-2526-91FC-3828D54508F9}"/>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3" name="Freeform 242">
              <a:extLst>
                <a:ext uri="{FF2B5EF4-FFF2-40B4-BE49-F238E27FC236}">
                  <a16:creationId xmlns:a16="http://schemas.microsoft.com/office/drawing/2014/main" id="{258746A8-A505-518A-8D17-8EBEC3C7122B}"/>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4" name="Freeform 243">
              <a:extLst>
                <a:ext uri="{FF2B5EF4-FFF2-40B4-BE49-F238E27FC236}">
                  <a16:creationId xmlns:a16="http://schemas.microsoft.com/office/drawing/2014/main" id="{801A9D5D-5F87-D300-CE25-B7211785752B}"/>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5" name="Freeform 244">
              <a:extLst>
                <a:ext uri="{FF2B5EF4-FFF2-40B4-BE49-F238E27FC236}">
                  <a16:creationId xmlns:a16="http://schemas.microsoft.com/office/drawing/2014/main" id="{2EF5F9F4-26E9-5FBE-B1DE-B4B72075A7AC}"/>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6" name="Freeform 245">
              <a:extLst>
                <a:ext uri="{FF2B5EF4-FFF2-40B4-BE49-F238E27FC236}">
                  <a16:creationId xmlns:a16="http://schemas.microsoft.com/office/drawing/2014/main" id="{5EC2F1BE-0F5E-6363-9E7D-A1A4A9390953}"/>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7" name="Freeform 246">
              <a:extLst>
                <a:ext uri="{FF2B5EF4-FFF2-40B4-BE49-F238E27FC236}">
                  <a16:creationId xmlns:a16="http://schemas.microsoft.com/office/drawing/2014/main" id="{444E3508-D480-5487-6335-51DCC7708DE3}"/>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8" name="Freeform 247">
              <a:extLst>
                <a:ext uri="{FF2B5EF4-FFF2-40B4-BE49-F238E27FC236}">
                  <a16:creationId xmlns:a16="http://schemas.microsoft.com/office/drawing/2014/main" id="{4CD45D6E-F621-55C8-9467-A9B1FC3D4D6E}"/>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9" name="Freeform 248">
              <a:extLst>
                <a:ext uri="{FF2B5EF4-FFF2-40B4-BE49-F238E27FC236}">
                  <a16:creationId xmlns:a16="http://schemas.microsoft.com/office/drawing/2014/main" id="{12941F64-109D-361B-BF87-4A04452710D6}"/>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50" name="Freeform 249">
              <a:extLst>
                <a:ext uri="{FF2B5EF4-FFF2-40B4-BE49-F238E27FC236}">
                  <a16:creationId xmlns:a16="http://schemas.microsoft.com/office/drawing/2014/main" id="{5277A6E0-CEA8-86E3-B607-4AEC69F3BC41}"/>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51" name="Freeform 250">
              <a:extLst>
                <a:ext uri="{FF2B5EF4-FFF2-40B4-BE49-F238E27FC236}">
                  <a16:creationId xmlns:a16="http://schemas.microsoft.com/office/drawing/2014/main" id="{A2FFA84C-93E6-CCF8-5CFA-6E3DD24435AD}"/>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2" name="Freeform 251">
              <a:extLst>
                <a:ext uri="{FF2B5EF4-FFF2-40B4-BE49-F238E27FC236}">
                  <a16:creationId xmlns:a16="http://schemas.microsoft.com/office/drawing/2014/main" id="{57311427-B592-D72B-F280-9B37E0DA65D2}"/>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3" name="Freeform 252">
              <a:extLst>
                <a:ext uri="{FF2B5EF4-FFF2-40B4-BE49-F238E27FC236}">
                  <a16:creationId xmlns:a16="http://schemas.microsoft.com/office/drawing/2014/main" id="{2BDEBB8B-8CC3-9BD5-3FAD-FF0073647CDA}"/>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4" name="Freeform 253">
              <a:extLst>
                <a:ext uri="{FF2B5EF4-FFF2-40B4-BE49-F238E27FC236}">
                  <a16:creationId xmlns:a16="http://schemas.microsoft.com/office/drawing/2014/main" id="{50A2A2D3-33F5-7EFA-ECC1-289114F93415}"/>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5" name="Freeform 254">
              <a:extLst>
                <a:ext uri="{FF2B5EF4-FFF2-40B4-BE49-F238E27FC236}">
                  <a16:creationId xmlns:a16="http://schemas.microsoft.com/office/drawing/2014/main" id="{98084AB4-4EB2-FBEC-AF45-3FFEA02B330E}"/>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6" name="Freeform 255">
              <a:extLst>
                <a:ext uri="{FF2B5EF4-FFF2-40B4-BE49-F238E27FC236}">
                  <a16:creationId xmlns:a16="http://schemas.microsoft.com/office/drawing/2014/main" id="{8D1C5336-1362-A562-CDC9-B3D92A909475}"/>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7" name="Freeform 256">
              <a:extLst>
                <a:ext uri="{FF2B5EF4-FFF2-40B4-BE49-F238E27FC236}">
                  <a16:creationId xmlns:a16="http://schemas.microsoft.com/office/drawing/2014/main" id="{F211F003-70B4-64B3-9FF5-FD3C7F43ECBE}"/>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8" name="Freeform 257">
              <a:extLst>
                <a:ext uri="{FF2B5EF4-FFF2-40B4-BE49-F238E27FC236}">
                  <a16:creationId xmlns:a16="http://schemas.microsoft.com/office/drawing/2014/main" id="{1D622B19-9E3E-DE9A-D805-F33A2D5FB7C9}"/>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9" name="Freeform 258">
              <a:extLst>
                <a:ext uri="{FF2B5EF4-FFF2-40B4-BE49-F238E27FC236}">
                  <a16:creationId xmlns:a16="http://schemas.microsoft.com/office/drawing/2014/main" id="{0B511E88-6254-8D4F-39F0-20F319A7D43E}"/>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0" name="Freeform 259">
              <a:extLst>
                <a:ext uri="{FF2B5EF4-FFF2-40B4-BE49-F238E27FC236}">
                  <a16:creationId xmlns:a16="http://schemas.microsoft.com/office/drawing/2014/main" id="{1BA7A39E-6337-9846-47DA-56D0B7BEB67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1" name="Freeform 260">
              <a:extLst>
                <a:ext uri="{FF2B5EF4-FFF2-40B4-BE49-F238E27FC236}">
                  <a16:creationId xmlns:a16="http://schemas.microsoft.com/office/drawing/2014/main" id="{24649F24-E7E2-9C11-D71F-5E562D598D52}"/>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2" name="Freeform 261">
              <a:extLst>
                <a:ext uri="{FF2B5EF4-FFF2-40B4-BE49-F238E27FC236}">
                  <a16:creationId xmlns:a16="http://schemas.microsoft.com/office/drawing/2014/main" id="{02FCD153-F440-D9B8-5CB7-BD6B117DF1AB}"/>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3" name="Freeform 262">
              <a:extLst>
                <a:ext uri="{FF2B5EF4-FFF2-40B4-BE49-F238E27FC236}">
                  <a16:creationId xmlns:a16="http://schemas.microsoft.com/office/drawing/2014/main" id="{C376A0DF-502A-BEDA-3563-03772F6E1E77}"/>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64" name="Freeform 263">
              <a:extLst>
                <a:ext uri="{FF2B5EF4-FFF2-40B4-BE49-F238E27FC236}">
                  <a16:creationId xmlns:a16="http://schemas.microsoft.com/office/drawing/2014/main" id="{D2726896-DDE0-CE0F-31C7-23C8549E40FB}"/>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65" name="Freeform 264">
              <a:extLst>
                <a:ext uri="{FF2B5EF4-FFF2-40B4-BE49-F238E27FC236}">
                  <a16:creationId xmlns:a16="http://schemas.microsoft.com/office/drawing/2014/main" id="{45A0B401-3799-7065-1787-1729103C7AC1}"/>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6" name="Freeform 265">
              <a:extLst>
                <a:ext uri="{FF2B5EF4-FFF2-40B4-BE49-F238E27FC236}">
                  <a16:creationId xmlns:a16="http://schemas.microsoft.com/office/drawing/2014/main" id="{03CE382B-9773-34F8-5AE3-D6628C62D1D5}"/>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7" name="Freeform 266">
              <a:extLst>
                <a:ext uri="{FF2B5EF4-FFF2-40B4-BE49-F238E27FC236}">
                  <a16:creationId xmlns:a16="http://schemas.microsoft.com/office/drawing/2014/main" id="{60D723A0-42CF-B30D-E09E-2EF812480281}"/>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8" name="Freeform 267">
              <a:extLst>
                <a:ext uri="{FF2B5EF4-FFF2-40B4-BE49-F238E27FC236}">
                  <a16:creationId xmlns:a16="http://schemas.microsoft.com/office/drawing/2014/main" id="{8CFF6959-FA29-EE69-9674-C38394C23458}"/>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9" name="Freeform 268">
              <a:extLst>
                <a:ext uri="{FF2B5EF4-FFF2-40B4-BE49-F238E27FC236}">
                  <a16:creationId xmlns:a16="http://schemas.microsoft.com/office/drawing/2014/main" id="{6EA7F314-D211-839B-D4DC-02AC196371FE}"/>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0" name="Freeform 269">
              <a:extLst>
                <a:ext uri="{FF2B5EF4-FFF2-40B4-BE49-F238E27FC236}">
                  <a16:creationId xmlns:a16="http://schemas.microsoft.com/office/drawing/2014/main" id="{C0E2C777-C53B-BA18-C7DA-9A6EB278136F}"/>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1" name="Freeform 270">
              <a:extLst>
                <a:ext uri="{FF2B5EF4-FFF2-40B4-BE49-F238E27FC236}">
                  <a16:creationId xmlns:a16="http://schemas.microsoft.com/office/drawing/2014/main" id="{B48AD257-DFBF-6B71-5DB0-7F5D39DFF848}"/>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2" name="Freeform 271">
              <a:extLst>
                <a:ext uri="{FF2B5EF4-FFF2-40B4-BE49-F238E27FC236}">
                  <a16:creationId xmlns:a16="http://schemas.microsoft.com/office/drawing/2014/main" id="{3D600018-E8A5-3593-9938-C0A80D7F1C62}"/>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3" name="Freeform 272">
              <a:extLst>
                <a:ext uri="{FF2B5EF4-FFF2-40B4-BE49-F238E27FC236}">
                  <a16:creationId xmlns:a16="http://schemas.microsoft.com/office/drawing/2014/main" id="{D1B89910-DAEB-8F8E-8412-4A596A6CDB67}"/>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4" name="Freeform 273">
              <a:extLst>
                <a:ext uri="{FF2B5EF4-FFF2-40B4-BE49-F238E27FC236}">
                  <a16:creationId xmlns:a16="http://schemas.microsoft.com/office/drawing/2014/main" id="{9BAF0CFB-989D-F0E4-C1D8-5A3F764A4508}"/>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5" name="Freeform 274">
              <a:extLst>
                <a:ext uri="{FF2B5EF4-FFF2-40B4-BE49-F238E27FC236}">
                  <a16:creationId xmlns:a16="http://schemas.microsoft.com/office/drawing/2014/main" id="{A8AA7C72-63C1-3170-95B2-32B473E53DFC}"/>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6" name="Freeform 275">
              <a:extLst>
                <a:ext uri="{FF2B5EF4-FFF2-40B4-BE49-F238E27FC236}">
                  <a16:creationId xmlns:a16="http://schemas.microsoft.com/office/drawing/2014/main" id="{FE120D5C-A368-50B1-2371-F7A4A5D63A01}"/>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77" name="Freeform 276">
              <a:extLst>
                <a:ext uri="{FF2B5EF4-FFF2-40B4-BE49-F238E27FC236}">
                  <a16:creationId xmlns:a16="http://schemas.microsoft.com/office/drawing/2014/main" id="{3B27A85D-2F87-A519-EB3A-C6D0A1176348}"/>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78" name="Freeform 277">
              <a:extLst>
                <a:ext uri="{FF2B5EF4-FFF2-40B4-BE49-F238E27FC236}">
                  <a16:creationId xmlns:a16="http://schemas.microsoft.com/office/drawing/2014/main" id="{FDF92A33-5235-DBA9-DC6B-1C49F6F76A2B}"/>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9" name="Freeform 278">
              <a:extLst>
                <a:ext uri="{FF2B5EF4-FFF2-40B4-BE49-F238E27FC236}">
                  <a16:creationId xmlns:a16="http://schemas.microsoft.com/office/drawing/2014/main" id="{AC0BED98-2052-7FAE-40B7-8F3DB6B2EC0C}"/>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0" name="Freeform 279">
              <a:extLst>
                <a:ext uri="{FF2B5EF4-FFF2-40B4-BE49-F238E27FC236}">
                  <a16:creationId xmlns:a16="http://schemas.microsoft.com/office/drawing/2014/main" id="{12BC27A4-3EEE-3F55-9FF7-79E51EAE8476}"/>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1" name="Freeform 280">
              <a:extLst>
                <a:ext uri="{FF2B5EF4-FFF2-40B4-BE49-F238E27FC236}">
                  <a16:creationId xmlns:a16="http://schemas.microsoft.com/office/drawing/2014/main" id="{2194D8F2-6FFA-799F-1218-1E463ACCD4BA}"/>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2" name="Freeform 281">
              <a:extLst>
                <a:ext uri="{FF2B5EF4-FFF2-40B4-BE49-F238E27FC236}">
                  <a16:creationId xmlns:a16="http://schemas.microsoft.com/office/drawing/2014/main" id="{998B9C06-3CD3-59C6-E160-07B191E0BC27}"/>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3" name="Freeform 282">
              <a:extLst>
                <a:ext uri="{FF2B5EF4-FFF2-40B4-BE49-F238E27FC236}">
                  <a16:creationId xmlns:a16="http://schemas.microsoft.com/office/drawing/2014/main" id="{99774390-B504-5A8D-56AE-00F1A5C62E36}"/>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4" name="Freeform 283">
              <a:extLst>
                <a:ext uri="{FF2B5EF4-FFF2-40B4-BE49-F238E27FC236}">
                  <a16:creationId xmlns:a16="http://schemas.microsoft.com/office/drawing/2014/main" id="{0FC8301D-9E2E-C698-AACE-5829D56B8E1B}"/>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5" name="Freeform 284">
              <a:extLst>
                <a:ext uri="{FF2B5EF4-FFF2-40B4-BE49-F238E27FC236}">
                  <a16:creationId xmlns:a16="http://schemas.microsoft.com/office/drawing/2014/main" id="{F27E3EDC-494C-133D-2D22-5B8C71CEE95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6" name="Freeform 285">
              <a:extLst>
                <a:ext uri="{FF2B5EF4-FFF2-40B4-BE49-F238E27FC236}">
                  <a16:creationId xmlns:a16="http://schemas.microsoft.com/office/drawing/2014/main" id="{EC4BB2CC-2650-7296-2668-4E2DBF419164}"/>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A30E3C0E-8B30-2D89-03B0-67FDE5B5FF96}"/>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8" name="Freeform 287">
              <a:extLst>
                <a:ext uri="{FF2B5EF4-FFF2-40B4-BE49-F238E27FC236}">
                  <a16:creationId xmlns:a16="http://schemas.microsoft.com/office/drawing/2014/main" id="{79319AF9-6050-30EC-1780-CD39F8B02FAD}"/>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89" name="Freeform 288">
              <a:extLst>
                <a:ext uri="{FF2B5EF4-FFF2-40B4-BE49-F238E27FC236}">
                  <a16:creationId xmlns:a16="http://schemas.microsoft.com/office/drawing/2014/main" id="{3509339E-A1F9-491D-A091-C84AEC86411E}"/>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90" name="Freeform 289">
              <a:extLst>
                <a:ext uri="{FF2B5EF4-FFF2-40B4-BE49-F238E27FC236}">
                  <a16:creationId xmlns:a16="http://schemas.microsoft.com/office/drawing/2014/main" id="{2A143DEA-F967-8907-C640-DAF3D224B7C6}"/>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1" name="Freeform 290">
              <a:extLst>
                <a:ext uri="{FF2B5EF4-FFF2-40B4-BE49-F238E27FC236}">
                  <a16:creationId xmlns:a16="http://schemas.microsoft.com/office/drawing/2014/main" id="{5632B6C9-D54D-87A0-81BD-AC617418D851}"/>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2" name="Freeform 291">
              <a:extLst>
                <a:ext uri="{FF2B5EF4-FFF2-40B4-BE49-F238E27FC236}">
                  <a16:creationId xmlns:a16="http://schemas.microsoft.com/office/drawing/2014/main" id="{14594548-134F-82B3-63E4-CF427DD07FCB}"/>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C53C6A3-3F46-A9ED-98BB-EF53BD591D5B}"/>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4" name="Freeform 293">
              <a:extLst>
                <a:ext uri="{FF2B5EF4-FFF2-40B4-BE49-F238E27FC236}">
                  <a16:creationId xmlns:a16="http://schemas.microsoft.com/office/drawing/2014/main" id="{AD17D424-DFF5-14B1-2DB0-1B1D1AD5EFBE}"/>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5" name="Freeform 294">
              <a:extLst>
                <a:ext uri="{FF2B5EF4-FFF2-40B4-BE49-F238E27FC236}">
                  <a16:creationId xmlns:a16="http://schemas.microsoft.com/office/drawing/2014/main" id="{78830B99-C67B-33AD-1CBF-E9FEFCEB8EDC}"/>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6" name="Freeform 295">
              <a:extLst>
                <a:ext uri="{FF2B5EF4-FFF2-40B4-BE49-F238E27FC236}">
                  <a16:creationId xmlns:a16="http://schemas.microsoft.com/office/drawing/2014/main" id="{42759028-52E6-1987-54C3-31DDBB5AA3A3}"/>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7" name="Freeform 296">
              <a:extLst>
                <a:ext uri="{FF2B5EF4-FFF2-40B4-BE49-F238E27FC236}">
                  <a16:creationId xmlns:a16="http://schemas.microsoft.com/office/drawing/2014/main" id="{08A2BC87-11A9-4CDF-19AA-EE11955581E6}"/>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968AD6C0-3F3F-5146-AB00-55E89E9E2FD4}"/>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9" name="Freeform 298">
              <a:extLst>
                <a:ext uri="{FF2B5EF4-FFF2-40B4-BE49-F238E27FC236}">
                  <a16:creationId xmlns:a16="http://schemas.microsoft.com/office/drawing/2014/main" id="{8CF199E7-52CF-1713-6BBC-6845A5857F30}"/>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00" name="Freeform 299">
              <a:extLst>
                <a:ext uri="{FF2B5EF4-FFF2-40B4-BE49-F238E27FC236}">
                  <a16:creationId xmlns:a16="http://schemas.microsoft.com/office/drawing/2014/main" id="{085A60DB-6F5B-57D8-782E-7BB59BD77EB5}"/>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01" name="Freeform 300">
              <a:extLst>
                <a:ext uri="{FF2B5EF4-FFF2-40B4-BE49-F238E27FC236}">
                  <a16:creationId xmlns:a16="http://schemas.microsoft.com/office/drawing/2014/main" id="{55F30790-58C0-8412-EBF1-9D9F712635E8}"/>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2" name="Freeform 301">
              <a:extLst>
                <a:ext uri="{FF2B5EF4-FFF2-40B4-BE49-F238E27FC236}">
                  <a16:creationId xmlns:a16="http://schemas.microsoft.com/office/drawing/2014/main" id="{7CF412E5-61EC-BDD2-2921-70F04AC1983E}"/>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3" name="Freeform 302">
              <a:extLst>
                <a:ext uri="{FF2B5EF4-FFF2-40B4-BE49-F238E27FC236}">
                  <a16:creationId xmlns:a16="http://schemas.microsoft.com/office/drawing/2014/main" id="{AA8159E9-E75B-3211-0DD1-225074D7CAC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4" name="Freeform 303">
              <a:extLst>
                <a:ext uri="{FF2B5EF4-FFF2-40B4-BE49-F238E27FC236}">
                  <a16:creationId xmlns:a16="http://schemas.microsoft.com/office/drawing/2014/main" id="{46F28B84-28BF-5AF2-E24E-0FBA3EF8C409}"/>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5" name="Freeform 304">
              <a:extLst>
                <a:ext uri="{FF2B5EF4-FFF2-40B4-BE49-F238E27FC236}">
                  <a16:creationId xmlns:a16="http://schemas.microsoft.com/office/drawing/2014/main" id="{5BA84AF3-336A-5EDB-5B2D-1AF5C0BB66CE}"/>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6" name="Freeform 305">
              <a:extLst>
                <a:ext uri="{FF2B5EF4-FFF2-40B4-BE49-F238E27FC236}">
                  <a16:creationId xmlns:a16="http://schemas.microsoft.com/office/drawing/2014/main" id="{A21EB3A8-DF2F-1F7F-4835-FE2B2BD61281}"/>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7" name="Freeform 306">
              <a:extLst>
                <a:ext uri="{FF2B5EF4-FFF2-40B4-BE49-F238E27FC236}">
                  <a16:creationId xmlns:a16="http://schemas.microsoft.com/office/drawing/2014/main" id="{A6C664E4-EB15-0575-186D-51297E97BEA0}"/>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8" name="Freeform 307">
              <a:extLst>
                <a:ext uri="{FF2B5EF4-FFF2-40B4-BE49-F238E27FC236}">
                  <a16:creationId xmlns:a16="http://schemas.microsoft.com/office/drawing/2014/main" id="{A74420E6-F152-59FD-62D7-72CBD72F7ED2}"/>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9" name="Freeform 308">
              <a:extLst>
                <a:ext uri="{FF2B5EF4-FFF2-40B4-BE49-F238E27FC236}">
                  <a16:creationId xmlns:a16="http://schemas.microsoft.com/office/drawing/2014/main" id="{C6A6064C-7C0D-3FC2-4405-95C410DCDD81}"/>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0" name="Freeform 309">
              <a:extLst>
                <a:ext uri="{FF2B5EF4-FFF2-40B4-BE49-F238E27FC236}">
                  <a16:creationId xmlns:a16="http://schemas.microsoft.com/office/drawing/2014/main" id="{FF1DDD46-BFAE-B637-DEAF-E35AF1AF2657}"/>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1" name="Freeform 310">
              <a:extLst>
                <a:ext uri="{FF2B5EF4-FFF2-40B4-BE49-F238E27FC236}">
                  <a16:creationId xmlns:a16="http://schemas.microsoft.com/office/drawing/2014/main" id="{F7ADF62F-FFDE-8331-677C-0116F1F3ADA0}"/>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2" name="Freeform 311">
              <a:extLst>
                <a:ext uri="{FF2B5EF4-FFF2-40B4-BE49-F238E27FC236}">
                  <a16:creationId xmlns:a16="http://schemas.microsoft.com/office/drawing/2014/main" id="{77524120-3F9B-0866-A605-EAE8B7B73354}"/>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3" name="Freeform 312">
              <a:extLst>
                <a:ext uri="{FF2B5EF4-FFF2-40B4-BE49-F238E27FC236}">
                  <a16:creationId xmlns:a16="http://schemas.microsoft.com/office/drawing/2014/main" id="{C6422A0C-FCC8-9377-1FFF-EB23417A90F6}"/>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4" name="Freeform 313">
              <a:extLst>
                <a:ext uri="{FF2B5EF4-FFF2-40B4-BE49-F238E27FC236}">
                  <a16:creationId xmlns:a16="http://schemas.microsoft.com/office/drawing/2014/main" id="{94AE20CA-4E9F-9CC1-C0BD-DF2132686152}"/>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5" name="Freeform 314">
              <a:extLst>
                <a:ext uri="{FF2B5EF4-FFF2-40B4-BE49-F238E27FC236}">
                  <a16:creationId xmlns:a16="http://schemas.microsoft.com/office/drawing/2014/main" id="{297D8831-79D0-CFB7-86D3-96A33D1CD3EB}"/>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6" name="Freeform 315">
              <a:extLst>
                <a:ext uri="{FF2B5EF4-FFF2-40B4-BE49-F238E27FC236}">
                  <a16:creationId xmlns:a16="http://schemas.microsoft.com/office/drawing/2014/main" id="{34EC1CC7-5C04-EDAF-41B0-ACCCD69CD460}"/>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7" name="Freeform 316">
              <a:extLst>
                <a:ext uri="{FF2B5EF4-FFF2-40B4-BE49-F238E27FC236}">
                  <a16:creationId xmlns:a16="http://schemas.microsoft.com/office/drawing/2014/main" id="{E0F04D22-ED89-81CB-CD73-E48306F966A5}"/>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8" name="Freeform 317">
              <a:extLst>
                <a:ext uri="{FF2B5EF4-FFF2-40B4-BE49-F238E27FC236}">
                  <a16:creationId xmlns:a16="http://schemas.microsoft.com/office/drawing/2014/main" id="{03040D63-129D-41C9-8B9D-1E95FCCC6FE3}"/>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9" name="Freeform 318">
              <a:extLst>
                <a:ext uri="{FF2B5EF4-FFF2-40B4-BE49-F238E27FC236}">
                  <a16:creationId xmlns:a16="http://schemas.microsoft.com/office/drawing/2014/main" id="{8B5F94DC-CDAD-D7BE-3143-D6E2BF616AC0}"/>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0" name="Freeform 319">
              <a:extLst>
                <a:ext uri="{FF2B5EF4-FFF2-40B4-BE49-F238E27FC236}">
                  <a16:creationId xmlns:a16="http://schemas.microsoft.com/office/drawing/2014/main" id="{56367D31-7DBA-380D-701F-95C01B9FBE02}"/>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1" name="Freeform 320">
              <a:extLst>
                <a:ext uri="{FF2B5EF4-FFF2-40B4-BE49-F238E27FC236}">
                  <a16:creationId xmlns:a16="http://schemas.microsoft.com/office/drawing/2014/main" id="{729C1E0A-C41E-CDD3-B112-A258910E9AA1}"/>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2" name="Freeform 321">
              <a:extLst>
                <a:ext uri="{FF2B5EF4-FFF2-40B4-BE49-F238E27FC236}">
                  <a16:creationId xmlns:a16="http://schemas.microsoft.com/office/drawing/2014/main" id="{8D48925B-40E4-0664-2039-EA35BC336312}"/>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3" name="Freeform 322">
              <a:extLst>
                <a:ext uri="{FF2B5EF4-FFF2-40B4-BE49-F238E27FC236}">
                  <a16:creationId xmlns:a16="http://schemas.microsoft.com/office/drawing/2014/main" id="{59AAF4DD-1900-6B25-5B66-AC344B3506D4}"/>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4" name="Freeform 323">
              <a:extLst>
                <a:ext uri="{FF2B5EF4-FFF2-40B4-BE49-F238E27FC236}">
                  <a16:creationId xmlns:a16="http://schemas.microsoft.com/office/drawing/2014/main" id="{5B7C9D98-04E8-2D67-38B8-B8E5F42C1CEB}"/>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5" name="Freeform 324">
              <a:extLst>
                <a:ext uri="{FF2B5EF4-FFF2-40B4-BE49-F238E27FC236}">
                  <a16:creationId xmlns:a16="http://schemas.microsoft.com/office/drawing/2014/main" id="{7CB52235-08D5-AA58-1D48-5374FEC909A8}"/>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6" name="Freeform 325">
              <a:extLst>
                <a:ext uri="{FF2B5EF4-FFF2-40B4-BE49-F238E27FC236}">
                  <a16:creationId xmlns:a16="http://schemas.microsoft.com/office/drawing/2014/main" id="{650099C9-0D17-03FE-A5CA-12B315393D97}"/>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7" name="Freeform 326">
              <a:extLst>
                <a:ext uri="{FF2B5EF4-FFF2-40B4-BE49-F238E27FC236}">
                  <a16:creationId xmlns:a16="http://schemas.microsoft.com/office/drawing/2014/main" id="{5098F1F5-7C28-FCA5-3E65-F41C3DCCB5D8}"/>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8" name="Freeform 327">
              <a:extLst>
                <a:ext uri="{FF2B5EF4-FFF2-40B4-BE49-F238E27FC236}">
                  <a16:creationId xmlns:a16="http://schemas.microsoft.com/office/drawing/2014/main" id="{9B97C894-8E87-5E52-33B3-286347C8A0D5}"/>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9" name="Freeform 328">
              <a:extLst>
                <a:ext uri="{FF2B5EF4-FFF2-40B4-BE49-F238E27FC236}">
                  <a16:creationId xmlns:a16="http://schemas.microsoft.com/office/drawing/2014/main" id="{5135267A-B923-86B1-4BB2-7F3B2B6455B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0" name="Freeform 329">
              <a:extLst>
                <a:ext uri="{FF2B5EF4-FFF2-40B4-BE49-F238E27FC236}">
                  <a16:creationId xmlns:a16="http://schemas.microsoft.com/office/drawing/2014/main" id="{7F027278-0B4B-AFB0-A260-36FD20A210E0}"/>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1" name="Freeform 330">
              <a:extLst>
                <a:ext uri="{FF2B5EF4-FFF2-40B4-BE49-F238E27FC236}">
                  <a16:creationId xmlns:a16="http://schemas.microsoft.com/office/drawing/2014/main" id="{70F90885-037B-49CE-3B80-A046EBA9F56C}"/>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2" name="Freeform 331">
              <a:extLst>
                <a:ext uri="{FF2B5EF4-FFF2-40B4-BE49-F238E27FC236}">
                  <a16:creationId xmlns:a16="http://schemas.microsoft.com/office/drawing/2014/main" id="{CC4E382F-16E0-CBE9-1523-F4B24FF8A067}"/>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3" name="Freeform 332">
              <a:extLst>
                <a:ext uri="{FF2B5EF4-FFF2-40B4-BE49-F238E27FC236}">
                  <a16:creationId xmlns:a16="http://schemas.microsoft.com/office/drawing/2014/main" id="{301473CC-DC62-C682-FCC5-E0D58485C92A}"/>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34" name="Freeform 333">
              <a:extLst>
                <a:ext uri="{FF2B5EF4-FFF2-40B4-BE49-F238E27FC236}">
                  <a16:creationId xmlns:a16="http://schemas.microsoft.com/office/drawing/2014/main" id="{A9B0196C-D3B3-AD65-BEFA-0B43AF601E70}"/>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35" name="Freeform 334">
              <a:extLst>
                <a:ext uri="{FF2B5EF4-FFF2-40B4-BE49-F238E27FC236}">
                  <a16:creationId xmlns:a16="http://schemas.microsoft.com/office/drawing/2014/main" id="{F282484F-1773-832D-2460-CFA2FB53C738}"/>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6" name="Freeform 335">
              <a:extLst>
                <a:ext uri="{FF2B5EF4-FFF2-40B4-BE49-F238E27FC236}">
                  <a16:creationId xmlns:a16="http://schemas.microsoft.com/office/drawing/2014/main" id="{726F8F90-81A7-3864-D889-C4838F95F253}"/>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7" name="Freeform 336">
              <a:extLst>
                <a:ext uri="{FF2B5EF4-FFF2-40B4-BE49-F238E27FC236}">
                  <a16:creationId xmlns:a16="http://schemas.microsoft.com/office/drawing/2014/main" id="{F7EDDEC3-D213-447D-02C5-3221D1E72733}"/>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8" name="Freeform 337">
              <a:extLst>
                <a:ext uri="{FF2B5EF4-FFF2-40B4-BE49-F238E27FC236}">
                  <a16:creationId xmlns:a16="http://schemas.microsoft.com/office/drawing/2014/main" id="{E81595B3-B732-B04D-8C59-60FB5ABE5818}"/>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9" name="Freeform 338">
              <a:extLst>
                <a:ext uri="{FF2B5EF4-FFF2-40B4-BE49-F238E27FC236}">
                  <a16:creationId xmlns:a16="http://schemas.microsoft.com/office/drawing/2014/main" id="{8E1AC569-B1ED-EFD5-34E7-3995B6F6059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0" name="Freeform 339">
              <a:extLst>
                <a:ext uri="{FF2B5EF4-FFF2-40B4-BE49-F238E27FC236}">
                  <a16:creationId xmlns:a16="http://schemas.microsoft.com/office/drawing/2014/main" id="{A19C76B7-9E06-4C46-45C3-41B02D9EFDC2}"/>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1" name="Freeform 340">
              <a:extLst>
                <a:ext uri="{FF2B5EF4-FFF2-40B4-BE49-F238E27FC236}">
                  <a16:creationId xmlns:a16="http://schemas.microsoft.com/office/drawing/2014/main" id="{7BBDC9E4-DEFD-A0B9-812C-0A8C6569B78E}"/>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2" name="Freeform 341">
              <a:extLst>
                <a:ext uri="{FF2B5EF4-FFF2-40B4-BE49-F238E27FC236}">
                  <a16:creationId xmlns:a16="http://schemas.microsoft.com/office/drawing/2014/main" id="{B2054A07-07F4-B6F2-AAA6-23D82ECE1A22}"/>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3" name="Freeform 342">
              <a:extLst>
                <a:ext uri="{FF2B5EF4-FFF2-40B4-BE49-F238E27FC236}">
                  <a16:creationId xmlns:a16="http://schemas.microsoft.com/office/drawing/2014/main" id="{DC82ED44-B9D9-728A-3BEB-E11D7C94CEC3}"/>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4" name="Freeform 343">
              <a:extLst>
                <a:ext uri="{FF2B5EF4-FFF2-40B4-BE49-F238E27FC236}">
                  <a16:creationId xmlns:a16="http://schemas.microsoft.com/office/drawing/2014/main" id="{17B99A48-48F0-8D1D-57E7-00D529F65602}"/>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5" name="Freeform 344">
              <a:extLst>
                <a:ext uri="{FF2B5EF4-FFF2-40B4-BE49-F238E27FC236}">
                  <a16:creationId xmlns:a16="http://schemas.microsoft.com/office/drawing/2014/main" id="{4EA8B371-0888-7FC8-2768-9508E7A0A62E}"/>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6" name="Freeform 345">
              <a:extLst>
                <a:ext uri="{FF2B5EF4-FFF2-40B4-BE49-F238E27FC236}">
                  <a16:creationId xmlns:a16="http://schemas.microsoft.com/office/drawing/2014/main" id="{04E17318-DF89-F334-F0B2-4A79E472DCEC}"/>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7" name="Freeform 346">
              <a:extLst>
                <a:ext uri="{FF2B5EF4-FFF2-40B4-BE49-F238E27FC236}">
                  <a16:creationId xmlns:a16="http://schemas.microsoft.com/office/drawing/2014/main" id="{C696CC68-4A8B-B0E6-096C-ACDAB9A10E9E}"/>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8" name="Freeform 347">
              <a:extLst>
                <a:ext uri="{FF2B5EF4-FFF2-40B4-BE49-F238E27FC236}">
                  <a16:creationId xmlns:a16="http://schemas.microsoft.com/office/drawing/2014/main" id="{71954DF3-9A52-5994-3D59-7E7183D7744E}"/>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9" name="Freeform 348">
              <a:extLst>
                <a:ext uri="{FF2B5EF4-FFF2-40B4-BE49-F238E27FC236}">
                  <a16:creationId xmlns:a16="http://schemas.microsoft.com/office/drawing/2014/main" id="{0DD0372A-2D00-7EAD-78CB-4A41C07C6DD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0" name="Freeform 349">
              <a:extLst>
                <a:ext uri="{FF2B5EF4-FFF2-40B4-BE49-F238E27FC236}">
                  <a16:creationId xmlns:a16="http://schemas.microsoft.com/office/drawing/2014/main" id="{D6556068-3755-09B6-3E0C-15390FC8F89C}"/>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1" name="Freeform 350">
              <a:extLst>
                <a:ext uri="{FF2B5EF4-FFF2-40B4-BE49-F238E27FC236}">
                  <a16:creationId xmlns:a16="http://schemas.microsoft.com/office/drawing/2014/main" id="{3E963FD0-8CA8-1FD4-737F-36F40D6E0935}"/>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2" name="Freeform 351">
              <a:extLst>
                <a:ext uri="{FF2B5EF4-FFF2-40B4-BE49-F238E27FC236}">
                  <a16:creationId xmlns:a16="http://schemas.microsoft.com/office/drawing/2014/main" id="{0A652C48-B137-E9E0-62A6-ABD60F3B68E9}"/>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3" name="Freeform 352">
              <a:extLst>
                <a:ext uri="{FF2B5EF4-FFF2-40B4-BE49-F238E27FC236}">
                  <a16:creationId xmlns:a16="http://schemas.microsoft.com/office/drawing/2014/main" id="{528E3575-2D6C-049E-E5F6-3E8FF286B697}"/>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4" name="Freeform 353">
              <a:extLst>
                <a:ext uri="{FF2B5EF4-FFF2-40B4-BE49-F238E27FC236}">
                  <a16:creationId xmlns:a16="http://schemas.microsoft.com/office/drawing/2014/main" id="{5DB3A7C7-4BA9-19B3-C2D3-843862AACECA}"/>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5" name="Freeform 354">
              <a:extLst>
                <a:ext uri="{FF2B5EF4-FFF2-40B4-BE49-F238E27FC236}">
                  <a16:creationId xmlns:a16="http://schemas.microsoft.com/office/drawing/2014/main" id="{C86DFC37-351A-EBA6-EED4-C0D0C4804826}"/>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6" name="Freeform 355">
              <a:extLst>
                <a:ext uri="{FF2B5EF4-FFF2-40B4-BE49-F238E27FC236}">
                  <a16:creationId xmlns:a16="http://schemas.microsoft.com/office/drawing/2014/main" id="{6449B08A-BBA9-8E28-27DE-A11C45140F96}"/>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54" name="Rectangle 53">
            <a:extLst>
              <a:ext uri="{FF2B5EF4-FFF2-40B4-BE49-F238E27FC236}">
                <a16:creationId xmlns:a16="http://schemas.microsoft.com/office/drawing/2014/main" id="{4DC14C2C-653B-CDA2-AD4E-4362B493AC6A}"/>
              </a:ext>
            </a:extLst>
          </p:cNvPr>
          <p:cNvSpPr/>
          <p:nvPr/>
        </p:nvSpPr>
        <p:spPr>
          <a:xfrm>
            <a:off x="-4906" y="0"/>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US" sz="4400" kern="100" dirty="0">
                <a:solidFill>
                  <a:schemeClr val="bg1"/>
                </a:solidFill>
                <a:effectLst/>
                <a:latin typeface="Courier" pitchFamily="2" charset="0"/>
                <a:ea typeface="Calibri" panose="020F0502020204030204" pitchFamily="34" charset="0"/>
                <a:cs typeface="Times New Roman" panose="02020603050405020304" pitchFamily="18" charset="0"/>
              </a:rPr>
              <a:t>Existing Problem</a:t>
            </a:r>
          </a:p>
        </p:txBody>
      </p:sp>
      <p:grpSp>
        <p:nvGrpSpPr>
          <p:cNvPr id="357" name="Group 356">
            <a:extLst>
              <a:ext uri="{FF2B5EF4-FFF2-40B4-BE49-F238E27FC236}">
                <a16:creationId xmlns:a16="http://schemas.microsoft.com/office/drawing/2014/main" id="{CCC5CE36-BF21-06C7-54BB-D1A5BE895977}"/>
              </a:ext>
            </a:extLst>
          </p:cNvPr>
          <p:cNvGrpSpPr/>
          <p:nvPr/>
        </p:nvGrpSpPr>
        <p:grpSpPr>
          <a:xfrm>
            <a:off x="8617842" y="6233640"/>
            <a:ext cx="3574157" cy="624362"/>
            <a:chOff x="8617842" y="6233640"/>
            <a:chExt cx="3574157" cy="624362"/>
          </a:xfrm>
        </p:grpSpPr>
        <p:sp>
          <p:nvSpPr>
            <p:cNvPr id="358" name="Rectangle 357">
              <a:extLst>
                <a:ext uri="{FF2B5EF4-FFF2-40B4-BE49-F238E27FC236}">
                  <a16:creationId xmlns:a16="http://schemas.microsoft.com/office/drawing/2014/main" id="{F2428ABD-713B-DC49-E9C9-E612DC02E92E}"/>
                </a:ext>
              </a:extLst>
            </p:cNvPr>
            <p:cNvSpPr/>
            <p:nvPr/>
          </p:nvSpPr>
          <p:spPr>
            <a:xfrm>
              <a:off x="8617842" y="6233640"/>
              <a:ext cx="3574157" cy="624362"/>
            </a:xfrm>
            <a:prstGeom prst="rect">
              <a:avLst/>
            </a:prstGeom>
            <a:solidFill>
              <a:srgbClr val="1944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grpSp>
          <p:nvGrpSpPr>
            <p:cNvPr id="359" name="Group 358">
              <a:extLst>
                <a:ext uri="{FF2B5EF4-FFF2-40B4-BE49-F238E27FC236}">
                  <a16:creationId xmlns:a16="http://schemas.microsoft.com/office/drawing/2014/main" id="{C311D43D-D394-3F55-FA6D-8D752791729A}"/>
                </a:ext>
              </a:extLst>
            </p:cNvPr>
            <p:cNvGrpSpPr/>
            <p:nvPr/>
          </p:nvGrpSpPr>
          <p:grpSpPr>
            <a:xfrm>
              <a:off x="8797456" y="6360215"/>
              <a:ext cx="3287809" cy="395763"/>
              <a:chOff x="8927295" y="6375844"/>
              <a:chExt cx="3157970" cy="380134"/>
            </a:xfrm>
          </p:grpSpPr>
          <p:grpSp>
            <p:nvGrpSpPr>
              <p:cNvPr id="360" name="Group 359">
                <a:extLst>
                  <a:ext uri="{FF2B5EF4-FFF2-40B4-BE49-F238E27FC236}">
                    <a16:creationId xmlns:a16="http://schemas.microsoft.com/office/drawing/2014/main" id="{3EEDA3F5-E0DE-1626-BFCE-B9CA9B8EAB83}"/>
                  </a:ext>
                </a:extLst>
              </p:cNvPr>
              <p:cNvGrpSpPr/>
              <p:nvPr/>
            </p:nvGrpSpPr>
            <p:grpSpPr>
              <a:xfrm>
                <a:off x="8927295" y="6376710"/>
                <a:ext cx="1351683" cy="379268"/>
                <a:chOff x="5243641" y="3189385"/>
                <a:chExt cx="1351683" cy="379268"/>
              </a:xfrm>
              <a:solidFill>
                <a:schemeClr val="bg1">
                  <a:lumMod val="95000"/>
                </a:schemeClr>
              </a:solidFill>
            </p:grpSpPr>
            <p:sp>
              <p:nvSpPr>
                <p:cNvPr id="370" name="Freeform 369">
                  <a:extLst>
                    <a:ext uri="{FF2B5EF4-FFF2-40B4-BE49-F238E27FC236}">
                      <a16:creationId xmlns:a16="http://schemas.microsoft.com/office/drawing/2014/main" id="{26086AC9-04BB-9C6B-4EE2-09EF2FF2BA71}"/>
                    </a:ext>
                  </a:extLst>
                </p:cNvPr>
                <p:cNvSpPr/>
                <p:nvPr/>
              </p:nvSpPr>
              <p:spPr>
                <a:xfrm>
                  <a:off x="5243641"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4" y="166255"/>
                        <a:pt x="115166" y="151534"/>
                        <a:pt x="115166" y="120361"/>
                      </a:cubicBezTo>
                      <a:lnTo>
                        <a:pt x="115166" y="95250"/>
                      </a:lnTo>
                      <a:cubicBezTo>
                        <a:pt x="115166" y="71870"/>
                        <a:pt x="109970"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371" name="Freeform 370">
                  <a:extLst>
                    <a:ext uri="{FF2B5EF4-FFF2-40B4-BE49-F238E27FC236}">
                      <a16:creationId xmlns:a16="http://schemas.microsoft.com/office/drawing/2014/main" id="{A36BAE3B-D15E-8062-811E-F898AC8D6A89}"/>
                    </a:ext>
                  </a:extLst>
                </p:cNvPr>
                <p:cNvSpPr/>
                <p:nvPr/>
              </p:nvSpPr>
              <p:spPr>
                <a:xfrm>
                  <a:off x="5460118" y="3195447"/>
                  <a:ext cx="185304" cy="368877"/>
                </a:xfrm>
                <a:custGeom>
                  <a:avLst/>
                  <a:gdLst>
                    <a:gd name="connsiteX0" fmla="*/ 71005 w 185304"/>
                    <a:gd name="connsiteY0" fmla="*/ 207818 h 368877"/>
                    <a:gd name="connsiteX1" fmla="*/ 71005 w 185304"/>
                    <a:gd name="connsiteY1" fmla="*/ 368011 h 368877"/>
                    <a:gd name="connsiteX2" fmla="*/ 0 w 185304"/>
                    <a:gd name="connsiteY2" fmla="*/ 368011 h 368877"/>
                    <a:gd name="connsiteX3" fmla="*/ 0 w 185304"/>
                    <a:gd name="connsiteY3" fmla="*/ 0 h 368877"/>
                    <a:gd name="connsiteX4" fmla="*/ 92652 w 185304"/>
                    <a:gd name="connsiteY4" fmla="*/ 0 h 368877"/>
                    <a:gd name="connsiteX5" fmla="*/ 185305 w 185304"/>
                    <a:gd name="connsiteY5" fmla="*/ 91786 h 368877"/>
                    <a:gd name="connsiteX6" fmla="*/ 185305 w 185304"/>
                    <a:gd name="connsiteY6" fmla="*/ 104775 h 368877"/>
                    <a:gd name="connsiteX7" fmla="*/ 148936 w 185304"/>
                    <a:gd name="connsiteY7" fmla="*/ 180109 h 368877"/>
                    <a:gd name="connsiteX8" fmla="*/ 182707 w 185304"/>
                    <a:gd name="connsiteY8" fmla="*/ 259773 h 368877"/>
                    <a:gd name="connsiteX9" fmla="*/ 185305 w 185304"/>
                    <a:gd name="connsiteY9" fmla="*/ 368877 h 368877"/>
                    <a:gd name="connsiteX10" fmla="*/ 116898 w 185304"/>
                    <a:gd name="connsiteY10" fmla="*/ 368877 h 368877"/>
                    <a:gd name="connsiteX11" fmla="*/ 112568 w 185304"/>
                    <a:gd name="connsiteY11" fmla="*/ 257175 h 368877"/>
                    <a:gd name="connsiteX12" fmla="*/ 80530 w 185304"/>
                    <a:gd name="connsiteY12" fmla="*/ 208684 h 368877"/>
                    <a:gd name="connsiteX13" fmla="*/ 71005 w 185304"/>
                    <a:gd name="connsiteY13" fmla="*/ 208684 h 368877"/>
                    <a:gd name="connsiteX14" fmla="*/ 71870 w 185304"/>
                    <a:gd name="connsiteY14" fmla="*/ 151534 h 368877"/>
                    <a:gd name="connsiteX15" fmla="*/ 80530 w 185304"/>
                    <a:gd name="connsiteY15" fmla="*/ 151534 h 368877"/>
                    <a:gd name="connsiteX16" fmla="*/ 113434 w 185304"/>
                    <a:gd name="connsiteY16" fmla="*/ 109971 h 368877"/>
                    <a:gd name="connsiteX17" fmla="*/ 113434 w 185304"/>
                    <a:gd name="connsiteY17" fmla="*/ 91786 h 368877"/>
                    <a:gd name="connsiteX18" fmla="*/ 82261 w 185304"/>
                    <a:gd name="connsiteY18" fmla="*/ 54552 h 368877"/>
                    <a:gd name="connsiteX19" fmla="*/ 71005 w 185304"/>
                    <a:gd name="connsiteY19" fmla="*/ 54552 h 368877"/>
                    <a:gd name="connsiteX20" fmla="*/ 71005 w 185304"/>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304" h="368877">
                      <a:moveTo>
                        <a:pt x="71005" y="207818"/>
                      </a:moveTo>
                      <a:lnTo>
                        <a:pt x="71005" y="368011"/>
                      </a:lnTo>
                      <a:lnTo>
                        <a:pt x="0" y="368011"/>
                      </a:lnTo>
                      <a:lnTo>
                        <a:pt x="0" y="0"/>
                      </a:lnTo>
                      <a:lnTo>
                        <a:pt x="92652" y="0"/>
                      </a:lnTo>
                      <a:cubicBezTo>
                        <a:pt x="154132" y="0"/>
                        <a:pt x="185305" y="26843"/>
                        <a:pt x="185305" y="91786"/>
                      </a:cubicBezTo>
                      <a:lnTo>
                        <a:pt x="185305" y="104775"/>
                      </a:lnTo>
                      <a:cubicBezTo>
                        <a:pt x="185305" y="157596"/>
                        <a:pt x="164523" y="173182"/>
                        <a:pt x="148936" y="180109"/>
                      </a:cubicBezTo>
                      <a:cubicBezTo>
                        <a:pt x="171450" y="191366"/>
                        <a:pt x="182707" y="207818"/>
                        <a:pt x="182707" y="259773"/>
                      </a:cubicBezTo>
                      <a:cubicBezTo>
                        <a:pt x="182707" y="295275"/>
                        <a:pt x="181841" y="348961"/>
                        <a:pt x="185305" y="368877"/>
                      </a:cubicBezTo>
                      <a:lnTo>
                        <a:pt x="116898" y="368877"/>
                      </a:lnTo>
                      <a:cubicBezTo>
                        <a:pt x="112568" y="352425"/>
                        <a:pt x="112568" y="303934"/>
                        <a:pt x="112568" y="257175"/>
                      </a:cubicBezTo>
                      <a:cubicBezTo>
                        <a:pt x="112568" y="215611"/>
                        <a:pt x="108239" y="208684"/>
                        <a:pt x="80530" y="208684"/>
                      </a:cubicBezTo>
                      <a:lnTo>
                        <a:pt x="71005" y="208684"/>
                      </a:lnTo>
                      <a:close/>
                      <a:moveTo>
                        <a:pt x="71870" y="151534"/>
                      </a:moveTo>
                      <a:lnTo>
                        <a:pt x="80530" y="151534"/>
                      </a:lnTo>
                      <a:cubicBezTo>
                        <a:pt x="103909" y="151534"/>
                        <a:pt x="113434" y="143741"/>
                        <a:pt x="113434" y="109971"/>
                      </a:cubicBezTo>
                      <a:lnTo>
                        <a:pt x="113434" y="91786"/>
                      </a:lnTo>
                      <a:cubicBezTo>
                        <a:pt x="113434" y="66675"/>
                        <a:pt x="108239" y="54552"/>
                        <a:pt x="82261" y="54552"/>
                      </a:cubicBezTo>
                      <a:lnTo>
                        <a:pt x="71005" y="54552"/>
                      </a:lnTo>
                      <a:lnTo>
                        <a:pt x="71005" y="151534"/>
                      </a:lnTo>
                      <a:close/>
                    </a:path>
                  </a:pathLst>
                </a:custGeom>
                <a:grpFill/>
                <a:ln w="8653" cap="flat">
                  <a:noFill/>
                  <a:prstDash val="solid"/>
                  <a:miter/>
                </a:ln>
              </p:spPr>
              <p:txBody>
                <a:bodyPr rtlCol="0" anchor="ctr"/>
                <a:lstStyle/>
                <a:p>
                  <a:endParaRPr lang="en-US"/>
                </a:p>
              </p:txBody>
            </p:sp>
            <p:sp>
              <p:nvSpPr>
                <p:cNvPr id="372" name="Freeform 371">
                  <a:extLst>
                    <a:ext uri="{FF2B5EF4-FFF2-40B4-BE49-F238E27FC236}">
                      <a16:creationId xmlns:a16="http://schemas.microsoft.com/office/drawing/2014/main" id="{D7FB7FD3-645D-3E5F-5923-6EBEA51FB3E2}"/>
                    </a:ext>
                  </a:extLst>
                </p:cNvPr>
                <p:cNvSpPr/>
                <p:nvPr/>
              </p:nvSpPr>
              <p:spPr>
                <a:xfrm>
                  <a:off x="5676595"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80530" y="60614"/>
                        <a:pt x="71870" y="71005"/>
                        <a:pt x="71870" y="96116"/>
                      </a:cubicBezTo>
                      <a:close/>
                    </a:path>
                  </a:pathLst>
                </a:custGeom>
                <a:grpFill/>
                <a:ln w="8653" cap="flat">
                  <a:noFill/>
                  <a:prstDash val="solid"/>
                  <a:miter/>
                </a:ln>
              </p:spPr>
              <p:txBody>
                <a:bodyPr rtlCol="0" anchor="ctr"/>
                <a:lstStyle/>
                <a:p>
                  <a:endParaRPr lang="en-US"/>
                </a:p>
              </p:txBody>
            </p:sp>
            <p:sp>
              <p:nvSpPr>
                <p:cNvPr id="373" name="Freeform 372">
                  <a:extLst>
                    <a:ext uri="{FF2B5EF4-FFF2-40B4-BE49-F238E27FC236}">
                      <a16:creationId xmlns:a16="http://schemas.microsoft.com/office/drawing/2014/main" id="{091821C5-3066-0B04-5BE6-3D6FBE37502C}"/>
                    </a:ext>
                  </a:extLst>
                </p:cNvPr>
                <p:cNvSpPr/>
                <p:nvPr/>
              </p:nvSpPr>
              <p:spPr>
                <a:xfrm>
                  <a:off x="5884413" y="3194581"/>
                  <a:ext cx="110836" cy="373206"/>
                </a:xfrm>
                <a:custGeom>
                  <a:avLst/>
                  <a:gdLst>
                    <a:gd name="connsiteX0" fmla="*/ 110836 w 110836"/>
                    <a:gd name="connsiteY0" fmla="*/ 277091 h 373206"/>
                    <a:gd name="connsiteX1" fmla="*/ 32039 w 110836"/>
                    <a:gd name="connsiteY1" fmla="*/ 373207 h 373206"/>
                    <a:gd name="connsiteX2" fmla="*/ 0 w 110836"/>
                    <a:gd name="connsiteY2" fmla="*/ 370609 h 373206"/>
                    <a:gd name="connsiteX3" fmla="*/ 0 w 110836"/>
                    <a:gd name="connsiteY3" fmla="*/ 311727 h 373206"/>
                    <a:gd name="connsiteX4" fmla="*/ 15586 w 110836"/>
                    <a:gd name="connsiteY4" fmla="*/ 312593 h 373206"/>
                    <a:gd name="connsiteX5" fmla="*/ 38966 w 110836"/>
                    <a:gd name="connsiteY5" fmla="*/ 284884 h 373206"/>
                    <a:gd name="connsiteX6" fmla="*/ 38966 w 110836"/>
                    <a:gd name="connsiteY6" fmla="*/ 0 h 373206"/>
                    <a:gd name="connsiteX7" fmla="*/ 109970 w 110836"/>
                    <a:gd name="connsiteY7" fmla="*/ 0 h 373206"/>
                    <a:gd name="connsiteX8" fmla="*/ 109970 w 110836"/>
                    <a:gd name="connsiteY8" fmla="*/ 277091 h 37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836" h="373206">
                      <a:moveTo>
                        <a:pt x="110836" y="277091"/>
                      </a:moveTo>
                      <a:cubicBezTo>
                        <a:pt x="110836" y="332509"/>
                        <a:pt x="103909" y="373207"/>
                        <a:pt x="32039" y="373207"/>
                      </a:cubicBezTo>
                      <a:cubicBezTo>
                        <a:pt x="21648" y="373207"/>
                        <a:pt x="7793" y="372341"/>
                        <a:pt x="0" y="370609"/>
                      </a:cubicBezTo>
                      <a:lnTo>
                        <a:pt x="0" y="311727"/>
                      </a:lnTo>
                      <a:cubicBezTo>
                        <a:pt x="3464" y="311727"/>
                        <a:pt x="9525" y="312593"/>
                        <a:pt x="15586" y="312593"/>
                      </a:cubicBezTo>
                      <a:cubicBezTo>
                        <a:pt x="33770" y="312593"/>
                        <a:pt x="38966" y="306532"/>
                        <a:pt x="38966" y="284884"/>
                      </a:cubicBezTo>
                      <a:lnTo>
                        <a:pt x="38966" y="0"/>
                      </a:lnTo>
                      <a:lnTo>
                        <a:pt x="109970" y="0"/>
                      </a:lnTo>
                      <a:lnTo>
                        <a:pt x="109970" y="277091"/>
                      </a:lnTo>
                      <a:close/>
                    </a:path>
                  </a:pathLst>
                </a:custGeom>
                <a:grpFill/>
                <a:ln w="8653" cap="flat">
                  <a:noFill/>
                  <a:prstDash val="solid"/>
                  <a:miter/>
                </a:ln>
              </p:spPr>
              <p:txBody>
                <a:bodyPr rtlCol="0" anchor="ctr"/>
                <a:lstStyle/>
                <a:p>
                  <a:endParaRPr lang="en-US"/>
                </a:p>
              </p:txBody>
            </p:sp>
            <p:sp>
              <p:nvSpPr>
                <p:cNvPr id="374" name="Freeform 373">
                  <a:extLst>
                    <a:ext uri="{FF2B5EF4-FFF2-40B4-BE49-F238E27FC236}">
                      <a16:creationId xmlns:a16="http://schemas.microsoft.com/office/drawing/2014/main" id="{DFF018C1-28AF-F120-1B7A-953A2E389AB8}"/>
                    </a:ext>
                  </a:extLst>
                </p:cNvPr>
                <p:cNvSpPr/>
                <p:nvPr/>
              </p:nvSpPr>
              <p:spPr>
                <a:xfrm>
                  <a:off x="6035081" y="3195447"/>
                  <a:ext cx="160193" cy="368011"/>
                </a:xfrm>
                <a:custGeom>
                  <a:avLst/>
                  <a:gdLst>
                    <a:gd name="connsiteX0" fmla="*/ 147205 w 160193"/>
                    <a:gd name="connsiteY0" fmla="*/ 205221 h 368011"/>
                    <a:gd name="connsiteX1" fmla="*/ 71005 w 160193"/>
                    <a:gd name="connsiteY1" fmla="*/ 205221 h 368011"/>
                    <a:gd name="connsiteX2" fmla="*/ 71005 w 160193"/>
                    <a:gd name="connsiteY2" fmla="*/ 305666 h 368011"/>
                    <a:gd name="connsiteX3" fmla="*/ 160193 w 160193"/>
                    <a:gd name="connsiteY3" fmla="*/ 305666 h 368011"/>
                    <a:gd name="connsiteX4" fmla="*/ 151534 w 160193"/>
                    <a:gd name="connsiteY4" fmla="*/ 368011 h 368011"/>
                    <a:gd name="connsiteX5" fmla="*/ 0 w 160193"/>
                    <a:gd name="connsiteY5" fmla="*/ 368011 h 368011"/>
                    <a:gd name="connsiteX6" fmla="*/ 0 w 160193"/>
                    <a:gd name="connsiteY6" fmla="*/ 0 h 368011"/>
                    <a:gd name="connsiteX7" fmla="*/ 150668 w 160193"/>
                    <a:gd name="connsiteY7" fmla="*/ 0 h 368011"/>
                    <a:gd name="connsiteX8" fmla="*/ 150668 w 160193"/>
                    <a:gd name="connsiteY8" fmla="*/ 62346 h 368011"/>
                    <a:gd name="connsiteX9" fmla="*/ 71005 w 160193"/>
                    <a:gd name="connsiteY9" fmla="*/ 62346 h 368011"/>
                    <a:gd name="connsiteX10" fmla="*/ 71005 w 160193"/>
                    <a:gd name="connsiteY10" fmla="*/ 142875 h 368011"/>
                    <a:gd name="connsiteX11" fmla="*/ 147205 w 160193"/>
                    <a:gd name="connsiteY11" fmla="*/ 142875 h 368011"/>
                    <a:gd name="connsiteX12" fmla="*/ 147205 w 160193"/>
                    <a:gd name="connsiteY12" fmla="*/ 205221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93" h="368011">
                      <a:moveTo>
                        <a:pt x="147205" y="205221"/>
                      </a:moveTo>
                      <a:lnTo>
                        <a:pt x="71005" y="205221"/>
                      </a:lnTo>
                      <a:lnTo>
                        <a:pt x="71005" y="305666"/>
                      </a:lnTo>
                      <a:lnTo>
                        <a:pt x="160193" y="305666"/>
                      </a:lnTo>
                      <a:lnTo>
                        <a:pt x="151534" y="368011"/>
                      </a:lnTo>
                      <a:lnTo>
                        <a:pt x="0" y="368011"/>
                      </a:lnTo>
                      <a:lnTo>
                        <a:pt x="0" y="0"/>
                      </a:lnTo>
                      <a:lnTo>
                        <a:pt x="150668" y="0"/>
                      </a:lnTo>
                      <a:lnTo>
                        <a:pt x="150668" y="62346"/>
                      </a:lnTo>
                      <a:lnTo>
                        <a:pt x="71005" y="62346"/>
                      </a:lnTo>
                      <a:lnTo>
                        <a:pt x="71005" y="142875"/>
                      </a:lnTo>
                      <a:lnTo>
                        <a:pt x="147205" y="142875"/>
                      </a:lnTo>
                      <a:lnTo>
                        <a:pt x="147205" y="205221"/>
                      </a:lnTo>
                      <a:close/>
                    </a:path>
                  </a:pathLst>
                </a:custGeom>
                <a:grpFill/>
                <a:ln w="8653" cap="flat">
                  <a:noFill/>
                  <a:prstDash val="solid"/>
                  <a:miter/>
                </a:ln>
              </p:spPr>
              <p:txBody>
                <a:bodyPr rtlCol="0" anchor="ctr"/>
                <a:lstStyle/>
                <a:p>
                  <a:endParaRPr lang="en-US"/>
                </a:p>
              </p:txBody>
            </p:sp>
            <p:sp>
              <p:nvSpPr>
                <p:cNvPr id="375" name="Freeform 374">
                  <a:extLst>
                    <a:ext uri="{FF2B5EF4-FFF2-40B4-BE49-F238E27FC236}">
                      <a16:creationId xmlns:a16="http://schemas.microsoft.com/office/drawing/2014/main" id="{AD587D68-CB99-49AA-6000-20B670E53140}"/>
                    </a:ext>
                  </a:extLst>
                </p:cNvPr>
                <p:cNvSpPr/>
                <p:nvPr/>
              </p:nvSpPr>
              <p:spPr>
                <a:xfrm>
                  <a:off x="6218654" y="3189385"/>
                  <a:ext cx="181840" cy="379268"/>
                </a:xfrm>
                <a:custGeom>
                  <a:avLst/>
                  <a:gdLst>
                    <a:gd name="connsiteX0" fmla="*/ 181841 w 181840"/>
                    <a:gd name="connsiteY0" fmla="*/ 253711 h 379268"/>
                    <a:gd name="connsiteX1" fmla="*/ 181841 w 181840"/>
                    <a:gd name="connsiteY1" fmla="*/ 273627 h 379268"/>
                    <a:gd name="connsiteX2" fmla="*/ 89189 w 181840"/>
                    <a:gd name="connsiteY2" fmla="*/ 379268 h 379268"/>
                    <a:gd name="connsiteX3" fmla="*/ 0 w 181840"/>
                    <a:gd name="connsiteY3" fmla="*/ 277957 h 379268"/>
                    <a:gd name="connsiteX4" fmla="*/ 0 w 181840"/>
                    <a:gd name="connsiteY4" fmla="*/ 97848 h 379268"/>
                    <a:gd name="connsiteX5" fmla="*/ 90920 w 181840"/>
                    <a:gd name="connsiteY5" fmla="*/ 0 h 379268"/>
                    <a:gd name="connsiteX6" fmla="*/ 180975 w 181840"/>
                    <a:gd name="connsiteY6" fmla="*/ 99580 h 379268"/>
                    <a:gd name="connsiteX7" fmla="*/ 180975 w 181840"/>
                    <a:gd name="connsiteY7" fmla="*/ 122959 h 379268"/>
                    <a:gd name="connsiteX8" fmla="*/ 109971 w 181840"/>
                    <a:gd name="connsiteY8" fmla="*/ 122959 h 379268"/>
                    <a:gd name="connsiteX9" fmla="*/ 109971 w 181840"/>
                    <a:gd name="connsiteY9" fmla="*/ 91786 h 379268"/>
                    <a:gd name="connsiteX10" fmla="*/ 90920 w 181840"/>
                    <a:gd name="connsiteY10" fmla="*/ 61480 h 379268"/>
                    <a:gd name="connsiteX11" fmla="*/ 71871 w 181840"/>
                    <a:gd name="connsiteY11" fmla="*/ 91786 h 379268"/>
                    <a:gd name="connsiteX12" fmla="*/ 71871 w 181840"/>
                    <a:gd name="connsiteY12" fmla="*/ 286616 h 379268"/>
                    <a:gd name="connsiteX13" fmla="*/ 90920 w 181840"/>
                    <a:gd name="connsiteY13" fmla="*/ 319521 h 379268"/>
                    <a:gd name="connsiteX14" fmla="*/ 110837 w 181840"/>
                    <a:gd name="connsiteY14" fmla="*/ 284884 h 379268"/>
                    <a:gd name="connsiteX15" fmla="*/ 110837 w 181840"/>
                    <a:gd name="connsiteY15" fmla="*/ 253711 h 379268"/>
                    <a:gd name="connsiteX16" fmla="*/ 181841 w 181840"/>
                    <a:gd name="connsiteY16" fmla="*/ 253711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1840" h="379268">
                      <a:moveTo>
                        <a:pt x="181841" y="253711"/>
                      </a:moveTo>
                      <a:lnTo>
                        <a:pt x="181841" y="273627"/>
                      </a:lnTo>
                      <a:cubicBezTo>
                        <a:pt x="181841" y="320386"/>
                        <a:pt x="173182" y="379268"/>
                        <a:pt x="89189" y="379268"/>
                      </a:cubicBezTo>
                      <a:cubicBezTo>
                        <a:pt x="26843" y="379268"/>
                        <a:pt x="0" y="346364"/>
                        <a:pt x="0" y="277957"/>
                      </a:cubicBezTo>
                      <a:lnTo>
                        <a:pt x="0" y="97848"/>
                      </a:lnTo>
                      <a:cubicBezTo>
                        <a:pt x="0" y="33771"/>
                        <a:pt x="32039" y="0"/>
                        <a:pt x="90920" y="0"/>
                      </a:cubicBezTo>
                      <a:cubicBezTo>
                        <a:pt x="168852" y="0"/>
                        <a:pt x="180975" y="51089"/>
                        <a:pt x="180975" y="99580"/>
                      </a:cubicBezTo>
                      <a:lnTo>
                        <a:pt x="180975" y="122959"/>
                      </a:lnTo>
                      <a:lnTo>
                        <a:pt x="109971" y="122959"/>
                      </a:lnTo>
                      <a:lnTo>
                        <a:pt x="109971" y="91786"/>
                      </a:lnTo>
                      <a:cubicBezTo>
                        <a:pt x="109971" y="71870"/>
                        <a:pt x="105641" y="61480"/>
                        <a:pt x="90920" y="61480"/>
                      </a:cubicBezTo>
                      <a:cubicBezTo>
                        <a:pt x="76200" y="61480"/>
                        <a:pt x="71871" y="71005"/>
                        <a:pt x="71871" y="91786"/>
                      </a:cubicBezTo>
                      <a:lnTo>
                        <a:pt x="71871" y="286616"/>
                      </a:lnTo>
                      <a:cubicBezTo>
                        <a:pt x="71871" y="306532"/>
                        <a:pt x="75334" y="319521"/>
                        <a:pt x="90920" y="319521"/>
                      </a:cubicBezTo>
                      <a:cubicBezTo>
                        <a:pt x="106507" y="319521"/>
                        <a:pt x="110837" y="308264"/>
                        <a:pt x="110837" y="284884"/>
                      </a:cubicBezTo>
                      <a:lnTo>
                        <a:pt x="110837" y="253711"/>
                      </a:lnTo>
                      <a:lnTo>
                        <a:pt x="181841" y="253711"/>
                      </a:lnTo>
                      <a:close/>
                    </a:path>
                  </a:pathLst>
                </a:custGeom>
                <a:grpFill/>
                <a:ln w="8653" cap="flat">
                  <a:noFill/>
                  <a:prstDash val="solid"/>
                  <a:miter/>
                </a:ln>
              </p:spPr>
              <p:txBody>
                <a:bodyPr rtlCol="0" anchor="ctr"/>
                <a:lstStyle/>
                <a:p>
                  <a:endParaRPr lang="en-US"/>
                </a:p>
              </p:txBody>
            </p:sp>
            <p:sp>
              <p:nvSpPr>
                <p:cNvPr id="376" name="Freeform 375">
                  <a:extLst>
                    <a:ext uri="{FF2B5EF4-FFF2-40B4-BE49-F238E27FC236}">
                      <a16:creationId xmlns:a16="http://schemas.microsoft.com/office/drawing/2014/main" id="{A2AFE570-AAD8-06D3-6212-9CDC0EB9069C}"/>
                    </a:ext>
                  </a:extLst>
                </p:cNvPr>
                <p:cNvSpPr/>
                <p:nvPr/>
              </p:nvSpPr>
              <p:spPr>
                <a:xfrm>
                  <a:off x="6416947" y="3194581"/>
                  <a:ext cx="178377" cy="368011"/>
                </a:xfrm>
                <a:custGeom>
                  <a:avLst/>
                  <a:gdLst>
                    <a:gd name="connsiteX0" fmla="*/ 53686 w 178377"/>
                    <a:gd name="connsiteY0" fmla="*/ 62345 h 368011"/>
                    <a:gd name="connsiteX1" fmla="*/ 0 w 178377"/>
                    <a:gd name="connsiteY1" fmla="*/ 62345 h 368011"/>
                    <a:gd name="connsiteX2" fmla="*/ 0 w 178377"/>
                    <a:gd name="connsiteY2" fmla="*/ 0 h 368011"/>
                    <a:gd name="connsiteX3" fmla="*/ 178377 w 178377"/>
                    <a:gd name="connsiteY3" fmla="*/ 0 h 368011"/>
                    <a:gd name="connsiteX4" fmla="*/ 178377 w 178377"/>
                    <a:gd name="connsiteY4" fmla="*/ 62345 h 368011"/>
                    <a:gd name="connsiteX5" fmla="*/ 124691 w 178377"/>
                    <a:gd name="connsiteY5" fmla="*/ 62345 h 368011"/>
                    <a:gd name="connsiteX6" fmla="*/ 124691 w 178377"/>
                    <a:gd name="connsiteY6" fmla="*/ 368011 h 368011"/>
                    <a:gd name="connsiteX7" fmla="*/ 53686 w 178377"/>
                    <a:gd name="connsiteY7" fmla="*/ 368011 h 368011"/>
                    <a:gd name="connsiteX8" fmla="*/ 53686 w 178377"/>
                    <a:gd name="connsiteY8" fmla="*/ 6234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77" h="368011">
                      <a:moveTo>
                        <a:pt x="53686" y="62345"/>
                      </a:moveTo>
                      <a:lnTo>
                        <a:pt x="0" y="62345"/>
                      </a:lnTo>
                      <a:lnTo>
                        <a:pt x="0" y="0"/>
                      </a:lnTo>
                      <a:lnTo>
                        <a:pt x="178377" y="0"/>
                      </a:lnTo>
                      <a:lnTo>
                        <a:pt x="178377" y="62345"/>
                      </a:lnTo>
                      <a:lnTo>
                        <a:pt x="124691" y="62345"/>
                      </a:lnTo>
                      <a:lnTo>
                        <a:pt x="124691" y="368011"/>
                      </a:lnTo>
                      <a:lnTo>
                        <a:pt x="53686" y="368011"/>
                      </a:lnTo>
                      <a:lnTo>
                        <a:pt x="53686" y="62345"/>
                      </a:lnTo>
                      <a:close/>
                    </a:path>
                  </a:pathLst>
                </a:custGeom>
                <a:grpFill/>
                <a:ln w="8653" cap="flat">
                  <a:noFill/>
                  <a:prstDash val="solid"/>
                  <a:miter/>
                </a:ln>
              </p:spPr>
              <p:txBody>
                <a:bodyPr rtlCol="0" anchor="ctr"/>
                <a:lstStyle/>
                <a:p>
                  <a:endParaRPr lang="en-US"/>
                </a:p>
              </p:txBody>
            </p:sp>
          </p:grpSp>
          <p:grpSp>
            <p:nvGrpSpPr>
              <p:cNvPr id="361" name="Group 360">
                <a:extLst>
                  <a:ext uri="{FF2B5EF4-FFF2-40B4-BE49-F238E27FC236}">
                    <a16:creationId xmlns:a16="http://schemas.microsoft.com/office/drawing/2014/main" id="{379467F4-EF60-C0E2-BF55-F4BFA2EE217D}"/>
                  </a:ext>
                </a:extLst>
              </p:cNvPr>
              <p:cNvGrpSpPr/>
              <p:nvPr/>
            </p:nvGrpSpPr>
            <p:grpSpPr>
              <a:xfrm>
                <a:off x="10392413" y="6375844"/>
                <a:ext cx="1692852" cy="380134"/>
                <a:chOff x="6708759" y="3188519"/>
                <a:chExt cx="1692852" cy="380134"/>
              </a:xfrm>
              <a:solidFill>
                <a:schemeClr val="bg1">
                  <a:lumMod val="95000"/>
                  <a:alpha val="75000"/>
                </a:schemeClr>
              </a:solidFill>
            </p:grpSpPr>
            <p:sp>
              <p:nvSpPr>
                <p:cNvPr id="362" name="Freeform 361">
                  <a:extLst>
                    <a:ext uri="{FF2B5EF4-FFF2-40B4-BE49-F238E27FC236}">
                      <a16:creationId xmlns:a16="http://schemas.microsoft.com/office/drawing/2014/main" id="{FFB8A3E3-A69B-7DAD-D9F7-A69EC7028F0F}"/>
                    </a:ext>
                  </a:extLst>
                </p:cNvPr>
                <p:cNvSpPr/>
                <p:nvPr/>
              </p:nvSpPr>
              <p:spPr>
                <a:xfrm>
                  <a:off x="670875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363" name="Freeform 362">
                  <a:extLst>
                    <a:ext uri="{FF2B5EF4-FFF2-40B4-BE49-F238E27FC236}">
                      <a16:creationId xmlns:a16="http://schemas.microsoft.com/office/drawing/2014/main" id="{55D5FBCD-92E4-E42A-3BDF-B493F8768055}"/>
                    </a:ext>
                  </a:extLst>
                </p:cNvPr>
                <p:cNvSpPr/>
                <p:nvPr/>
              </p:nvSpPr>
              <p:spPr>
                <a:xfrm>
                  <a:off x="6925236" y="3195447"/>
                  <a:ext cx="184438" cy="368877"/>
                </a:xfrm>
                <a:custGeom>
                  <a:avLst/>
                  <a:gdLst>
                    <a:gd name="connsiteX0" fmla="*/ 71005 w 184438"/>
                    <a:gd name="connsiteY0" fmla="*/ 207818 h 368877"/>
                    <a:gd name="connsiteX1" fmla="*/ 71005 w 184438"/>
                    <a:gd name="connsiteY1" fmla="*/ 368011 h 368877"/>
                    <a:gd name="connsiteX2" fmla="*/ 0 w 184438"/>
                    <a:gd name="connsiteY2" fmla="*/ 368011 h 368877"/>
                    <a:gd name="connsiteX3" fmla="*/ 0 w 184438"/>
                    <a:gd name="connsiteY3" fmla="*/ 0 h 368877"/>
                    <a:gd name="connsiteX4" fmla="*/ 91786 w 184438"/>
                    <a:gd name="connsiteY4" fmla="*/ 0 h 368877"/>
                    <a:gd name="connsiteX5" fmla="*/ 184439 w 184438"/>
                    <a:gd name="connsiteY5" fmla="*/ 91786 h 368877"/>
                    <a:gd name="connsiteX6" fmla="*/ 184439 w 184438"/>
                    <a:gd name="connsiteY6" fmla="*/ 104775 h 368877"/>
                    <a:gd name="connsiteX7" fmla="*/ 148071 w 184438"/>
                    <a:gd name="connsiteY7" fmla="*/ 180109 h 368877"/>
                    <a:gd name="connsiteX8" fmla="*/ 181841 w 184438"/>
                    <a:gd name="connsiteY8" fmla="*/ 259773 h 368877"/>
                    <a:gd name="connsiteX9" fmla="*/ 184439 w 184438"/>
                    <a:gd name="connsiteY9" fmla="*/ 368877 h 368877"/>
                    <a:gd name="connsiteX10" fmla="*/ 116032 w 184438"/>
                    <a:gd name="connsiteY10" fmla="*/ 368877 h 368877"/>
                    <a:gd name="connsiteX11" fmla="*/ 111702 w 184438"/>
                    <a:gd name="connsiteY11" fmla="*/ 257175 h 368877"/>
                    <a:gd name="connsiteX12" fmla="*/ 79664 w 184438"/>
                    <a:gd name="connsiteY12" fmla="*/ 208684 h 368877"/>
                    <a:gd name="connsiteX13" fmla="*/ 71005 w 184438"/>
                    <a:gd name="connsiteY13" fmla="*/ 208684 h 368877"/>
                    <a:gd name="connsiteX14" fmla="*/ 71005 w 184438"/>
                    <a:gd name="connsiteY14" fmla="*/ 151534 h 368877"/>
                    <a:gd name="connsiteX15" fmla="*/ 79664 w 184438"/>
                    <a:gd name="connsiteY15" fmla="*/ 151534 h 368877"/>
                    <a:gd name="connsiteX16" fmla="*/ 112568 w 184438"/>
                    <a:gd name="connsiteY16" fmla="*/ 109971 h 368877"/>
                    <a:gd name="connsiteX17" fmla="*/ 112568 w 184438"/>
                    <a:gd name="connsiteY17" fmla="*/ 91786 h 368877"/>
                    <a:gd name="connsiteX18" fmla="*/ 81395 w 184438"/>
                    <a:gd name="connsiteY18" fmla="*/ 54552 h 368877"/>
                    <a:gd name="connsiteX19" fmla="*/ 70139 w 184438"/>
                    <a:gd name="connsiteY19" fmla="*/ 54552 h 368877"/>
                    <a:gd name="connsiteX20" fmla="*/ 70139 w 184438"/>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4438" h="368877">
                      <a:moveTo>
                        <a:pt x="71005" y="207818"/>
                      </a:moveTo>
                      <a:lnTo>
                        <a:pt x="71005" y="368011"/>
                      </a:lnTo>
                      <a:lnTo>
                        <a:pt x="0" y="368011"/>
                      </a:lnTo>
                      <a:lnTo>
                        <a:pt x="0" y="0"/>
                      </a:lnTo>
                      <a:lnTo>
                        <a:pt x="91786" y="0"/>
                      </a:lnTo>
                      <a:cubicBezTo>
                        <a:pt x="153266" y="0"/>
                        <a:pt x="184439" y="26843"/>
                        <a:pt x="184439" y="91786"/>
                      </a:cubicBezTo>
                      <a:lnTo>
                        <a:pt x="184439" y="104775"/>
                      </a:lnTo>
                      <a:cubicBezTo>
                        <a:pt x="184439" y="157596"/>
                        <a:pt x="163657" y="173182"/>
                        <a:pt x="148071" y="180109"/>
                      </a:cubicBezTo>
                      <a:cubicBezTo>
                        <a:pt x="170584" y="191366"/>
                        <a:pt x="181841" y="207818"/>
                        <a:pt x="181841" y="259773"/>
                      </a:cubicBezTo>
                      <a:cubicBezTo>
                        <a:pt x="181841" y="295275"/>
                        <a:pt x="180975" y="348961"/>
                        <a:pt x="184439" y="368877"/>
                      </a:cubicBezTo>
                      <a:lnTo>
                        <a:pt x="116032" y="368877"/>
                      </a:lnTo>
                      <a:cubicBezTo>
                        <a:pt x="111702" y="352425"/>
                        <a:pt x="111702" y="303934"/>
                        <a:pt x="111702" y="257175"/>
                      </a:cubicBezTo>
                      <a:cubicBezTo>
                        <a:pt x="111702" y="215611"/>
                        <a:pt x="107373" y="208684"/>
                        <a:pt x="79664" y="208684"/>
                      </a:cubicBezTo>
                      <a:lnTo>
                        <a:pt x="71005" y="208684"/>
                      </a:lnTo>
                      <a:close/>
                      <a:moveTo>
                        <a:pt x="71005" y="151534"/>
                      </a:moveTo>
                      <a:lnTo>
                        <a:pt x="79664" y="151534"/>
                      </a:lnTo>
                      <a:cubicBezTo>
                        <a:pt x="103043" y="151534"/>
                        <a:pt x="112568" y="143741"/>
                        <a:pt x="112568" y="109971"/>
                      </a:cubicBezTo>
                      <a:lnTo>
                        <a:pt x="112568" y="91786"/>
                      </a:lnTo>
                      <a:cubicBezTo>
                        <a:pt x="112568" y="66675"/>
                        <a:pt x="107373" y="54552"/>
                        <a:pt x="81395" y="54552"/>
                      </a:cubicBezTo>
                      <a:lnTo>
                        <a:pt x="70139" y="54552"/>
                      </a:lnTo>
                      <a:lnTo>
                        <a:pt x="70139" y="151534"/>
                      </a:lnTo>
                      <a:close/>
                    </a:path>
                  </a:pathLst>
                </a:custGeom>
                <a:grpFill/>
                <a:ln w="8653" cap="flat">
                  <a:noFill/>
                  <a:prstDash val="solid"/>
                  <a:miter/>
                </a:ln>
              </p:spPr>
              <p:txBody>
                <a:bodyPr rtlCol="0" anchor="ctr"/>
                <a:lstStyle/>
                <a:p>
                  <a:endParaRPr lang="en-US"/>
                </a:p>
              </p:txBody>
            </p:sp>
            <p:sp>
              <p:nvSpPr>
                <p:cNvPr id="364" name="Freeform 363">
                  <a:extLst>
                    <a:ext uri="{FF2B5EF4-FFF2-40B4-BE49-F238E27FC236}">
                      <a16:creationId xmlns:a16="http://schemas.microsoft.com/office/drawing/2014/main" id="{AC7F9B58-201C-99DD-45A4-9CA3B5AA4AF2}"/>
                    </a:ext>
                  </a:extLst>
                </p:cNvPr>
                <p:cNvSpPr/>
                <p:nvPr/>
              </p:nvSpPr>
              <p:spPr>
                <a:xfrm>
                  <a:off x="7141713"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30"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79664" y="60614"/>
                        <a:pt x="71870" y="71005"/>
                        <a:pt x="71870" y="96116"/>
                      </a:cubicBezTo>
                      <a:close/>
                    </a:path>
                  </a:pathLst>
                </a:custGeom>
                <a:grpFill/>
                <a:ln w="8653" cap="flat">
                  <a:noFill/>
                  <a:prstDash val="solid"/>
                  <a:miter/>
                </a:ln>
              </p:spPr>
              <p:txBody>
                <a:bodyPr rtlCol="0" anchor="ctr"/>
                <a:lstStyle/>
                <a:p>
                  <a:endParaRPr lang="en-US"/>
                </a:p>
              </p:txBody>
            </p:sp>
            <p:sp>
              <p:nvSpPr>
                <p:cNvPr id="365" name="Freeform 364">
                  <a:extLst>
                    <a:ext uri="{FF2B5EF4-FFF2-40B4-BE49-F238E27FC236}">
                      <a16:creationId xmlns:a16="http://schemas.microsoft.com/office/drawing/2014/main" id="{94922A20-9FF1-3F0A-2B06-07D6EC9F0B7D}"/>
                    </a:ext>
                  </a:extLst>
                </p:cNvPr>
                <p:cNvSpPr/>
                <p:nvPr/>
              </p:nvSpPr>
              <p:spPr>
                <a:xfrm>
                  <a:off x="737117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366" name="Freeform 365">
                  <a:extLst>
                    <a:ext uri="{FF2B5EF4-FFF2-40B4-BE49-F238E27FC236}">
                      <a16:creationId xmlns:a16="http://schemas.microsoft.com/office/drawing/2014/main" id="{28B73867-AD5A-4EE7-06FA-1627A0F271B9}"/>
                    </a:ext>
                  </a:extLst>
                </p:cNvPr>
                <p:cNvSpPr/>
                <p:nvPr/>
              </p:nvSpPr>
              <p:spPr>
                <a:xfrm>
                  <a:off x="7585059"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3" y="318655"/>
                        <a:pt x="95250" y="318655"/>
                      </a:cubicBezTo>
                      <a:cubicBezTo>
                        <a:pt x="111702" y="318655"/>
                        <a:pt x="119495" y="308264"/>
                        <a:pt x="119495" y="284018"/>
                      </a:cubicBezTo>
                      <a:lnTo>
                        <a:pt x="119495" y="95250"/>
                      </a:lnTo>
                      <a:cubicBezTo>
                        <a:pt x="119495" y="71870"/>
                        <a:pt x="113434" y="60614"/>
                        <a:pt x="95250" y="60614"/>
                      </a:cubicBezTo>
                      <a:cubicBezTo>
                        <a:pt x="80529" y="60614"/>
                        <a:pt x="71870" y="71005"/>
                        <a:pt x="71870" y="96116"/>
                      </a:cubicBezTo>
                      <a:close/>
                    </a:path>
                  </a:pathLst>
                </a:custGeom>
                <a:grpFill/>
                <a:ln w="8653" cap="flat">
                  <a:noFill/>
                  <a:prstDash val="solid"/>
                  <a:miter/>
                </a:ln>
              </p:spPr>
              <p:txBody>
                <a:bodyPr rtlCol="0" anchor="ctr"/>
                <a:lstStyle/>
                <a:p>
                  <a:endParaRPr lang="en-US"/>
                </a:p>
              </p:txBody>
            </p:sp>
            <p:sp>
              <p:nvSpPr>
                <p:cNvPr id="367" name="Freeform 366">
                  <a:extLst>
                    <a:ext uri="{FF2B5EF4-FFF2-40B4-BE49-F238E27FC236}">
                      <a16:creationId xmlns:a16="http://schemas.microsoft.com/office/drawing/2014/main" id="{D679AF74-8F02-57D5-2084-6DA87DE80D05}"/>
                    </a:ext>
                  </a:extLst>
                </p:cNvPr>
                <p:cNvSpPr/>
                <p:nvPr/>
              </p:nvSpPr>
              <p:spPr>
                <a:xfrm>
                  <a:off x="7805866" y="3188519"/>
                  <a:ext cx="182706" cy="379268"/>
                </a:xfrm>
                <a:custGeom>
                  <a:avLst/>
                  <a:gdLst>
                    <a:gd name="connsiteX0" fmla="*/ 68407 w 182706"/>
                    <a:gd name="connsiteY0" fmla="*/ 260639 h 379268"/>
                    <a:gd name="connsiteX1" fmla="*/ 68407 w 182706"/>
                    <a:gd name="connsiteY1" fmla="*/ 285750 h 379268"/>
                    <a:gd name="connsiteX2" fmla="*/ 90920 w 182706"/>
                    <a:gd name="connsiteY2" fmla="*/ 321252 h 379268"/>
                    <a:gd name="connsiteX3" fmla="*/ 110836 w 182706"/>
                    <a:gd name="connsiteY3" fmla="*/ 287482 h 379268"/>
                    <a:gd name="connsiteX4" fmla="*/ 66675 w 182706"/>
                    <a:gd name="connsiteY4" fmla="*/ 211282 h 379268"/>
                    <a:gd name="connsiteX5" fmla="*/ 3464 w 182706"/>
                    <a:gd name="connsiteY5" fmla="*/ 101311 h 379268"/>
                    <a:gd name="connsiteX6" fmla="*/ 90920 w 182706"/>
                    <a:gd name="connsiteY6" fmla="*/ 0 h 379268"/>
                    <a:gd name="connsiteX7" fmla="*/ 175779 w 182706"/>
                    <a:gd name="connsiteY7" fmla="*/ 92652 h 379268"/>
                    <a:gd name="connsiteX8" fmla="*/ 175779 w 182706"/>
                    <a:gd name="connsiteY8" fmla="*/ 113434 h 379268"/>
                    <a:gd name="connsiteX9" fmla="*/ 109104 w 182706"/>
                    <a:gd name="connsiteY9" fmla="*/ 113434 h 379268"/>
                    <a:gd name="connsiteX10" fmla="*/ 109104 w 182706"/>
                    <a:gd name="connsiteY10" fmla="*/ 91786 h 379268"/>
                    <a:gd name="connsiteX11" fmla="*/ 91786 w 182706"/>
                    <a:gd name="connsiteY11" fmla="*/ 58016 h 379268"/>
                    <a:gd name="connsiteX12" fmla="*/ 74468 w 182706"/>
                    <a:gd name="connsiteY12" fmla="*/ 90054 h 379268"/>
                    <a:gd name="connsiteX13" fmla="*/ 109104 w 182706"/>
                    <a:gd name="connsiteY13" fmla="*/ 147205 h 379268"/>
                    <a:gd name="connsiteX14" fmla="*/ 182707 w 182706"/>
                    <a:gd name="connsiteY14" fmla="*/ 274493 h 379268"/>
                    <a:gd name="connsiteX15" fmla="*/ 90055 w 182706"/>
                    <a:gd name="connsiteY15" fmla="*/ 379268 h 379268"/>
                    <a:gd name="connsiteX16" fmla="*/ 0 w 182706"/>
                    <a:gd name="connsiteY16" fmla="*/ 282286 h 379268"/>
                    <a:gd name="connsiteX17" fmla="*/ 0 w 182706"/>
                    <a:gd name="connsiteY17" fmla="*/ 260639 h 379268"/>
                    <a:gd name="connsiteX18" fmla="*/ 68407 w 182706"/>
                    <a:gd name="connsiteY18" fmla="*/ 260639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706" h="379268">
                      <a:moveTo>
                        <a:pt x="68407" y="260639"/>
                      </a:moveTo>
                      <a:lnTo>
                        <a:pt x="68407" y="285750"/>
                      </a:lnTo>
                      <a:cubicBezTo>
                        <a:pt x="68407" y="309995"/>
                        <a:pt x="74468" y="321252"/>
                        <a:pt x="90920" y="321252"/>
                      </a:cubicBezTo>
                      <a:cubicBezTo>
                        <a:pt x="107373" y="321252"/>
                        <a:pt x="110836" y="304800"/>
                        <a:pt x="110836" y="287482"/>
                      </a:cubicBezTo>
                      <a:cubicBezTo>
                        <a:pt x="110836" y="252845"/>
                        <a:pt x="103909" y="242455"/>
                        <a:pt x="66675" y="211282"/>
                      </a:cubicBezTo>
                      <a:cubicBezTo>
                        <a:pt x="25111" y="175779"/>
                        <a:pt x="3464" y="154998"/>
                        <a:pt x="3464" y="101311"/>
                      </a:cubicBezTo>
                      <a:cubicBezTo>
                        <a:pt x="3464" y="48491"/>
                        <a:pt x="20782" y="0"/>
                        <a:pt x="90920" y="0"/>
                      </a:cubicBezTo>
                      <a:cubicBezTo>
                        <a:pt x="165388" y="0"/>
                        <a:pt x="175779" y="50223"/>
                        <a:pt x="175779" y="92652"/>
                      </a:cubicBezTo>
                      <a:lnTo>
                        <a:pt x="175779" y="113434"/>
                      </a:lnTo>
                      <a:lnTo>
                        <a:pt x="109104" y="113434"/>
                      </a:lnTo>
                      <a:lnTo>
                        <a:pt x="109104" y="91786"/>
                      </a:lnTo>
                      <a:cubicBezTo>
                        <a:pt x="109104" y="69273"/>
                        <a:pt x="105641" y="58016"/>
                        <a:pt x="91786" y="58016"/>
                      </a:cubicBezTo>
                      <a:cubicBezTo>
                        <a:pt x="78798" y="58016"/>
                        <a:pt x="74468" y="69273"/>
                        <a:pt x="74468" y="90054"/>
                      </a:cubicBezTo>
                      <a:cubicBezTo>
                        <a:pt x="74468" y="112568"/>
                        <a:pt x="78798" y="122959"/>
                        <a:pt x="109104" y="147205"/>
                      </a:cubicBezTo>
                      <a:cubicBezTo>
                        <a:pt x="163657" y="189634"/>
                        <a:pt x="182707" y="213880"/>
                        <a:pt x="182707" y="274493"/>
                      </a:cubicBezTo>
                      <a:cubicBezTo>
                        <a:pt x="182707" y="332509"/>
                        <a:pt x="162791" y="379268"/>
                        <a:pt x="90055" y="379268"/>
                      </a:cubicBezTo>
                      <a:cubicBezTo>
                        <a:pt x="19916" y="379268"/>
                        <a:pt x="0" y="336839"/>
                        <a:pt x="0" y="282286"/>
                      </a:cubicBezTo>
                      <a:lnTo>
                        <a:pt x="0" y="260639"/>
                      </a:lnTo>
                      <a:lnTo>
                        <a:pt x="68407" y="260639"/>
                      </a:lnTo>
                      <a:close/>
                    </a:path>
                  </a:pathLst>
                </a:custGeom>
                <a:grpFill/>
                <a:ln w="8653" cap="flat">
                  <a:noFill/>
                  <a:prstDash val="solid"/>
                  <a:miter/>
                </a:ln>
              </p:spPr>
              <p:txBody>
                <a:bodyPr rtlCol="0" anchor="ctr"/>
                <a:lstStyle/>
                <a:p>
                  <a:endParaRPr lang="en-US"/>
                </a:p>
              </p:txBody>
            </p:sp>
            <p:sp>
              <p:nvSpPr>
                <p:cNvPr id="368" name="Freeform 367">
                  <a:extLst>
                    <a:ext uri="{FF2B5EF4-FFF2-40B4-BE49-F238E27FC236}">
                      <a16:creationId xmlns:a16="http://schemas.microsoft.com/office/drawing/2014/main" id="{1D8609BE-980D-7772-B0BC-B700948256D7}"/>
                    </a:ext>
                  </a:extLst>
                </p:cNvPr>
                <p:cNvSpPr/>
                <p:nvPr/>
              </p:nvSpPr>
              <p:spPr>
                <a:xfrm>
                  <a:off x="8006757" y="3194581"/>
                  <a:ext cx="211281" cy="368011"/>
                </a:xfrm>
                <a:custGeom>
                  <a:avLst/>
                  <a:gdLst>
                    <a:gd name="connsiteX0" fmla="*/ 80530 w 211281"/>
                    <a:gd name="connsiteY0" fmla="*/ 280555 h 368011"/>
                    <a:gd name="connsiteX1" fmla="*/ 71871 w 211281"/>
                    <a:gd name="connsiteY1" fmla="*/ 368011 h 368011"/>
                    <a:gd name="connsiteX2" fmla="*/ 0 w 211281"/>
                    <a:gd name="connsiteY2" fmla="*/ 368011 h 368011"/>
                    <a:gd name="connsiteX3" fmla="*/ 51955 w 211281"/>
                    <a:gd name="connsiteY3" fmla="*/ 0 h 368011"/>
                    <a:gd name="connsiteX4" fmla="*/ 157596 w 211281"/>
                    <a:gd name="connsiteY4" fmla="*/ 0 h 368011"/>
                    <a:gd name="connsiteX5" fmla="*/ 211282 w 211281"/>
                    <a:gd name="connsiteY5" fmla="*/ 368011 h 368011"/>
                    <a:gd name="connsiteX6" fmla="*/ 137680 w 211281"/>
                    <a:gd name="connsiteY6" fmla="*/ 368011 h 368011"/>
                    <a:gd name="connsiteX7" fmla="*/ 127289 w 211281"/>
                    <a:gd name="connsiteY7" fmla="*/ 280555 h 368011"/>
                    <a:gd name="connsiteX8" fmla="*/ 80530 w 211281"/>
                    <a:gd name="connsiteY8" fmla="*/ 280555 h 368011"/>
                    <a:gd name="connsiteX9" fmla="*/ 120361 w 211281"/>
                    <a:gd name="connsiteY9" fmla="*/ 218209 h 368011"/>
                    <a:gd name="connsiteX10" fmla="*/ 103909 w 211281"/>
                    <a:gd name="connsiteY10" fmla="*/ 64077 h 368011"/>
                    <a:gd name="connsiteX11" fmla="*/ 101311 w 211281"/>
                    <a:gd name="connsiteY11" fmla="*/ 64077 h 368011"/>
                    <a:gd name="connsiteX12" fmla="*/ 86591 w 211281"/>
                    <a:gd name="connsiteY12" fmla="*/ 218209 h 368011"/>
                    <a:gd name="connsiteX13" fmla="*/ 120361 w 211281"/>
                    <a:gd name="connsiteY13" fmla="*/ 218209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281" h="368011">
                      <a:moveTo>
                        <a:pt x="80530" y="280555"/>
                      </a:moveTo>
                      <a:lnTo>
                        <a:pt x="71871" y="368011"/>
                      </a:lnTo>
                      <a:lnTo>
                        <a:pt x="0" y="368011"/>
                      </a:lnTo>
                      <a:lnTo>
                        <a:pt x="51955" y="0"/>
                      </a:lnTo>
                      <a:lnTo>
                        <a:pt x="157596" y="0"/>
                      </a:lnTo>
                      <a:lnTo>
                        <a:pt x="211282" y="368011"/>
                      </a:lnTo>
                      <a:lnTo>
                        <a:pt x="137680" y="368011"/>
                      </a:lnTo>
                      <a:lnTo>
                        <a:pt x="127289" y="280555"/>
                      </a:lnTo>
                      <a:lnTo>
                        <a:pt x="80530" y="280555"/>
                      </a:lnTo>
                      <a:close/>
                      <a:moveTo>
                        <a:pt x="120361" y="218209"/>
                      </a:moveTo>
                      <a:cubicBezTo>
                        <a:pt x="115166" y="171450"/>
                        <a:pt x="107373" y="99580"/>
                        <a:pt x="103909" y="64077"/>
                      </a:cubicBezTo>
                      <a:lnTo>
                        <a:pt x="101311" y="64077"/>
                      </a:lnTo>
                      <a:cubicBezTo>
                        <a:pt x="100446" y="90054"/>
                        <a:pt x="90920" y="172316"/>
                        <a:pt x="86591" y="218209"/>
                      </a:cubicBezTo>
                      <a:lnTo>
                        <a:pt x="120361" y="218209"/>
                      </a:lnTo>
                      <a:close/>
                    </a:path>
                  </a:pathLst>
                </a:custGeom>
                <a:grpFill/>
                <a:ln w="8653" cap="flat">
                  <a:noFill/>
                  <a:prstDash val="solid"/>
                  <a:miter/>
                </a:ln>
              </p:spPr>
              <p:txBody>
                <a:bodyPr rtlCol="0" anchor="ctr"/>
                <a:lstStyle/>
                <a:p>
                  <a:endParaRPr lang="en-US"/>
                </a:p>
              </p:txBody>
            </p:sp>
            <p:sp>
              <p:nvSpPr>
                <p:cNvPr id="369" name="Freeform 368">
                  <a:extLst>
                    <a:ext uri="{FF2B5EF4-FFF2-40B4-BE49-F238E27FC236}">
                      <a16:creationId xmlns:a16="http://schemas.microsoft.com/office/drawing/2014/main" id="{997BE4D9-EF66-6401-F2BF-080E5A0B7EED}"/>
                    </a:ext>
                  </a:extLst>
                </p:cNvPr>
                <p:cNvSpPr/>
                <p:nvPr/>
              </p:nvSpPr>
              <p:spPr>
                <a:xfrm>
                  <a:off x="8242284" y="3194581"/>
                  <a:ext cx="159327" cy="368877"/>
                </a:xfrm>
                <a:custGeom>
                  <a:avLst/>
                  <a:gdLst>
                    <a:gd name="connsiteX0" fmla="*/ 0 w 159327"/>
                    <a:gd name="connsiteY0" fmla="*/ 0 h 368877"/>
                    <a:gd name="connsiteX1" fmla="*/ 71004 w 159327"/>
                    <a:gd name="connsiteY1" fmla="*/ 0 h 368877"/>
                    <a:gd name="connsiteX2" fmla="*/ 71004 w 159327"/>
                    <a:gd name="connsiteY2" fmla="*/ 306532 h 368877"/>
                    <a:gd name="connsiteX3" fmla="*/ 159327 w 159327"/>
                    <a:gd name="connsiteY3" fmla="*/ 306532 h 368877"/>
                    <a:gd name="connsiteX4" fmla="*/ 153266 w 159327"/>
                    <a:gd name="connsiteY4" fmla="*/ 368877 h 368877"/>
                    <a:gd name="connsiteX5" fmla="*/ 0 w 159327"/>
                    <a:gd name="connsiteY5" fmla="*/ 368877 h 368877"/>
                    <a:gd name="connsiteX6" fmla="*/ 0 w 159327"/>
                    <a:gd name="connsiteY6" fmla="*/ 0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27" h="368877">
                      <a:moveTo>
                        <a:pt x="0" y="0"/>
                      </a:moveTo>
                      <a:lnTo>
                        <a:pt x="71004" y="0"/>
                      </a:lnTo>
                      <a:lnTo>
                        <a:pt x="71004" y="306532"/>
                      </a:lnTo>
                      <a:lnTo>
                        <a:pt x="159327" y="306532"/>
                      </a:lnTo>
                      <a:lnTo>
                        <a:pt x="153266" y="368877"/>
                      </a:lnTo>
                      <a:lnTo>
                        <a:pt x="0" y="368877"/>
                      </a:lnTo>
                      <a:lnTo>
                        <a:pt x="0" y="0"/>
                      </a:lnTo>
                      <a:close/>
                    </a:path>
                  </a:pathLst>
                </a:custGeom>
                <a:grpFill/>
                <a:ln w="8653" cap="flat">
                  <a:noFill/>
                  <a:prstDash val="solid"/>
                  <a:miter/>
                </a:ln>
              </p:spPr>
              <p:txBody>
                <a:bodyPr rtlCol="0" anchor="ctr"/>
                <a:lstStyle/>
                <a:p>
                  <a:endParaRPr lang="en-US"/>
                </a:p>
              </p:txBody>
            </p:sp>
          </p:grpSp>
        </p:grpSp>
      </p:grpSp>
      <p:sp>
        <p:nvSpPr>
          <p:cNvPr id="4" name="Rectangle 3">
            <a:extLst>
              <a:ext uri="{FF2B5EF4-FFF2-40B4-BE49-F238E27FC236}">
                <a16:creationId xmlns:a16="http://schemas.microsoft.com/office/drawing/2014/main" id="{7D815646-96E4-3C32-FB2A-4EFE65978437}"/>
              </a:ext>
            </a:extLst>
          </p:cNvPr>
          <p:cNvSpPr/>
          <p:nvPr/>
        </p:nvSpPr>
        <p:spPr>
          <a:xfrm>
            <a:off x="1843736" y="634808"/>
            <a:ext cx="8360977" cy="3212573"/>
          </a:xfrm>
          <a:prstGeom prst="rect">
            <a:avLst/>
          </a:prstGeom>
          <a:gradFill>
            <a:gsLst>
              <a:gs pos="7000">
                <a:schemeClr val="bg1"/>
              </a:gs>
              <a:gs pos="98000">
                <a:srgbClr val="D5DFDD"/>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457200" rIns="365760" rtlCol="0" anchor="ctr"/>
          <a:lstStyle/>
          <a:p>
            <a:pPr lvl="0" algn="just" eaLnBrk="0" fontAlgn="base" hangingPunct="0">
              <a:spcBef>
                <a:spcPct val="0"/>
              </a:spcBef>
              <a:spcAft>
                <a:spcPct val="0"/>
              </a:spcAft>
            </a:pPr>
            <a:r>
              <a:rPr lang="en-US" sz="2500" dirty="0">
                <a:solidFill>
                  <a:schemeClr val="tx1"/>
                </a:solidFill>
              </a:rPr>
              <a:t>The current grocery market is inefficient for individuals who face high costs due to small-quantity purchases, while vendors struggle with unsold inventory and distribution inefficiencies. There is no dedicated platform that enables communities to collectively order groceries in bulk, securing wholesale prices while optimizing vendor sales. </a:t>
            </a:r>
          </a:p>
        </p:txBody>
      </p:sp>
      <p:sp>
        <p:nvSpPr>
          <p:cNvPr id="5" name="Rounded Rectangle 4">
            <a:extLst>
              <a:ext uri="{FF2B5EF4-FFF2-40B4-BE49-F238E27FC236}">
                <a16:creationId xmlns:a16="http://schemas.microsoft.com/office/drawing/2014/main" id="{9E0EB4E3-AACA-6B06-9041-35ED14F1DDF4}"/>
              </a:ext>
            </a:extLst>
          </p:cNvPr>
          <p:cNvSpPr/>
          <p:nvPr/>
        </p:nvSpPr>
        <p:spPr>
          <a:xfrm>
            <a:off x="77638" y="759067"/>
            <a:ext cx="2028954" cy="3088314"/>
          </a:xfrm>
          <a:prstGeom prst="roundRect">
            <a:avLst>
              <a:gd name="adj" fmla="val 44954"/>
            </a:avLst>
          </a:prstGeom>
          <a:solidFill>
            <a:srgbClr val="19444A"/>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1500" spc="200" dirty="0">
                <a:solidFill>
                  <a:srgbClr val="E4EFED"/>
                </a:solidFill>
                <a:latin typeface="Century Gothic" panose="020B0502020202020204" pitchFamily="34" charset="0"/>
              </a:rPr>
              <a:t>Existing Problem Statement</a:t>
            </a:r>
          </a:p>
        </p:txBody>
      </p:sp>
      <p:grpSp>
        <p:nvGrpSpPr>
          <p:cNvPr id="7" name="Group 6">
            <a:extLst>
              <a:ext uri="{FF2B5EF4-FFF2-40B4-BE49-F238E27FC236}">
                <a16:creationId xmlns:a16="http://schemas.microsoft.com/office/drawing/2014/main" id="{24765159-080F-DE28-3CE9-307B2C5F082E}"/>
              </a:ext>
            </a:extLst>
          </p:cNvPr>
          <p:cNvGrpSpPr/>
          <p:nvPr/>
        </p:nvGrpSpPr>
        <p:grpSpPr>
          <a:xfrm>
            <a:off x="9905942" y="998855"/>
            <a:ext cx="2028954" cy="2437399"/>
            <a:chOff x="10370607" y="680588"/>
            <a:chExt cx="1571989" cy="1314184"/>
          </a:xfrm>
        </p:grpSpPr>
        <p:grpSp>
          <p:nvGrpSpPr>
            <p:cNvPr id="8" name="Group 7">
              <a:extLst>
                <a:ext uri="{FF2B5EF4-FFF2-40B4-BE49-F238E27FC236}">
                  <a16:creationId xmlns:a16="http://schemas.microsoft.com/office/drawing/2014/main" id="{8D3D0368-FE76-9DC4-8B49-CDFBAA949611}"/>
                </a:ext>
              </a:extLst>
            </p:cNvPr>
            <p:cNvGrpSpPr/>
            <p:nvPr/>
          </p:nvGrpSpPr>
          <p:grpSpPr>
            <a:xfrm>
              <a:off x="10370607" y="698475"/>
              <a:ext cx="1571989" cy="1296297"/>
              <a:chOff x="10370607" y="698475"/>
              <a:chExt cx="1571989" cy="1296297"/>
            </a:xfrm>
            <a:effectLst>
              <a:outerShdw blurRad="50800" dist="38100" dir="8100000" algn="tr" rotWithShape="0">
                <a:prstClr val="black">
                  <a:alpha val="40000"/>
                </a:prstClr>
              </a:outerShdw>
            </a:effectLst>
          </p:grpSpPr>
          <p:sp>
            <p:nvSpPr>
              <p:cNvPr id="10" name="Freeform 9">
                <a:extLst>
                  <a:ext uri="{FF2B5EF4-FFF2-40B4-BE49-F238E27FC236}">
                    <a16:creationId xmlns:a16="http://schemas.microsoft.com/office/drawing/2014/main" id="{DD88763F-8980-3C39-0C09-BA33B3B2ADB6}"/>
                  </a:ext>
                </a:extLst>
              </p:cNvPr>
              <p:cNvSpPr/>
              <p:nvPr/>
            </p:nvSpPr>
            <p:spPr>
              <a:xfrm>
                <a:off x="10370607" y="1222260"/>
                <a:ext cx="1571353" cy="720252"/>
              </a:xfrm>
              <a:custGeom>
                <a:avLst/>
                <a:gdLst>
                  <a:gd name="connsiteX0" fmla="*/ 1539132 w 1571353"/>
                  <a:gd name="connsiteY0" fmla="*/ 0 h 720252"/>
                  <a:gd name="connsiteX1" fmla="*/ 1506519 w 1571353"/>
                  <a:gd name="connsiteY1" fmla="*/ 32614 h 720252"/>
                  <a:gd name="connsiteX2" fmla="*/ 65620 w 1571353"/>
                  <a:gd name="connsiteY2" fmla="*/ 32614 h 720252"/>
                  <a:gd name="connsiteX3" fmla="*/ 33007 w 1571353"/>
                  <a:gd name="connsiteY3" fmla="*/ 0 h 720252"/>
                  <a:gd name="connsiteX4" fmla="*/ 0 w 1571353"/>
                  <a:gd name="connsiteY4" fmla="*/ 32614 h 720252"/>
                  <a:gd name="connsiteX5" fmla="*/ 0 w 1571353"/>
                  <a:gd name="connsiteY5" fmla="*/ 687639 h 720252"/>
                  <a:gd name="connsiteX6" fmla="*/ 32614 w 1571353"/>
                  <a:gd name="connsiteY6" fmla="*/ 720253 h 720252"/>
                  <a:gd name="connsiteX7" fmla="*/ 1538739 w 1571353"/>
                  <a:gd name="connsiteY7" fmla="*/ 720253 h 720252"/>
                  <a:gd name="connsiteX8" fmla="*/ 1571353 w 1571353"/>
                  <a:gd name="connsiteY8" fmla="*/ 687639 h 720252"/>
                  <a:gd name="connsiteX9" fmla="*/ 1571353 w 1571353"/>
                  <a:gd name="connsiteY9" fmla="*/ 32614 h 720252"/>
                  <a:gd name="connsiteX10" fmla="*/ 1538739 w 1571353"/>
                  <a:gd name="connsiteY10" fmla="*/ 0 h 72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1353" h="720252">
                    <a:moveTo>
                      <a:pt x="1539132" y="0"/>
                    </a:moveTo>
                    <a:cubicBezTo>
                      <a:pt x="1521057" y="0"/>
                      <a:pt x="1506519" y="14539"/>
                      <a:pt x="1506519" y="32614"/>
                    </a:cubicBezTo>
                    <a:lnTo>
                      <a:pt x="65620" y="32614"/>
                    </a:lnTo>
                    <a:cubicBezTo>
                      <a:pt x="65620" y="14539"/>
                      <a:pt x="51082" y="0"/>
                      <a:pt x="33007" y="0"/>
                    </a:cubicBezTo>
                    <a:cubicBezTo>
                      <a:pt x="14932" y="0"/>
                      <a:pt x="0" y="14539"/>
                      <a:pt x="0" y="32614"/>
                    </a:cubicBezTo>
                    <a:lnTo>
                      <a:pt x="0" y="687639"/>
                    </a:lnTo>
                    <a:cubicBezTo>
                      <a:pt x="0" y="705714"/>
                      <a:pt x="14539" y="720253"/>
                      <a:pt x="32614" y="720253"/>
                    </a:cubicBezTo>
                    <a:lnTo>
                      <a:pt x="1538739" y="720253"/>
                    </a:lnTo>
                    <a:cubicBezTo>
                      <a:pt x="1556814" y="720253"/>
                      <a:pt x="1571353" y="705714"/>
                      <a:pt x="1571353" y="687639"/>
                    </a:cubicBezTo>
                    <a:lnTo>
                      <a:pt x="1571353" y="32614"/>
                    </a:lnTo>
                    <a:cubicBezTo>
                      <a:pt x="1571353" y="14539"/>
                      <a:pt x="1556814" y="0"/>
                      <a:pt x="1538739" y="0"/>
                    </a:cubicBezTo>
                    <a:close/>
                  </a:path>
                </a:pathLst>
              </a:custGeom>
              <a:solidFill>
                <a:srgbClr val="19444A"/>
              </a:solidFill>
              <a:ln w="39291"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8A5D9AEF-8FFE-D7AB-6C8F-1436BBA8981D}"/>
                  </a:ext>
                </a:extLst>
              </p:cNvPr>
              <p:cNvSpPr/>
              <p:nvPr/>
            </p:nvSpPr>
            <p:spPr>
              <a:xfrm>
                <a:off x="10370607" y="1222260"/>
                <a:ext cx="1571353" cy="589011"/>
              </a:xfrm>
              <a:custGeom>
                <a:avLst/>
                <a:gdLst>
                  <a:gd name="connsiteX0" fmla="*/ 1539132 w 1571353"/>
                  <a:gd name="connsiteY0" fmla="*/ 0 h 589011"/>
                  <a:gd name="connsiteX1" fmla="*/ 1506519 w 1571353"/>
                  <a:gd name="connsiteY1" fmla="*/ 32614 h 589011"/>
                  <a:gd name="connsiteX2" fmla="*/ 65620 w 1571353"/>
                  <a:gd name="connsiteY2" fmla="*/ 32614 h 589011"/>
                  <a:gd name="connsiteX3" fmla="*/ 33007 w 1571353"/>
                  <a:gd name="connsiteY3" fmla="*/ 0 h 589011"/>
                  <a:gd name="connsiteX4" fmla="*/ 0 w 1571353"/>
                  <a:gd name="connsiteY4" fmla="*/ 32614 h 589011"/>
                  <a:gd name="connsiteX5" fmla="*/ 0 w 1571353"/>
                  <a:gd name="connsiteY5" fmla="*/ 556398 h 589011"/>
                  <a:gd name="connsiteX6" fmla="*/ 32614 w 1571353"/>
                  <a:gd name="connsiteY6" fmla="*/ 589012 h 589011"/>
                  <a:gd name="connsiteX7" fmla="*/ 1538739 w 1571353"/>
                  <a:gd name="connsiteY7" fmla="*/ 589012 h 589011"/>
                  <a:gd name="connsiteX8" fmla="*/ 1571353 w 1571353"/>
                  <a:gd name="connsiteY8" fmla="*/ 556398 h 589011"/>
                  <a:gd name="connsiteX9" fmla="*/ 1571353 w 1571353"/>
                  <a:gd name="connsiteY9" fmla="*/ 32614 h 589011"/>
                  <a:gd name="connsiteX10" fmla="*/ 1538739 w 1571353"/>
                  <a:gd name="connsiteY10" fmla="*/ 0 h 589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1353" h="589011">
                    <a:moveTo>
                      <a:pt x="1539132" y="0"/>
                    </a:moveTo>
                    <a:cubicBezTo>
                      <a:pt x="1521057" y="0"/>
                      <a:pt x="1506519" y="14539"/>
                      <a:pt x="1506519" y="32614"/>
                    </a:cubicBezTo>
                    <a:lnTo>
                      <a:pt x="65620" y="32614"/>
                    </a:lnTo>
                    <a:cubicBezTo>
                      <a:pt x="65620" y="14539"/>
                      <a:pt x="51082" y="0"/>
                      <a:pt x="33007" y="0"/>
                    </a:cubicBezTo>
                    <a:cubicBezTo>
                      <a:pt x="14932" y="0"/>
                      <a:pt x="0" y="14539"/>
                      <a:pt x="0" y="32614"/>
                    </a:cubicBezTo>
                    <a:lnTo>
                      <a:pt x="0" y="556398"/>
                    </a:lnTo>
                    <a:cubicBezTo>
                      <a:pt x="0" y="574473"/>
                      <a:pt x="14539" y="589012"/>
                      <a:pt x="32614" y="589012"/>
                    </a:cubicBezTo>
                    <a:lnTo>
                      <a:pt x="1538739" y="589012"/>
                    </a:lnTo>
                    <a:cubicBezTo>
                      <a:pt x="1556814" y="589012"/>
                      <a:pt x="1571353" y="574473"/>
                      <a:pt x="1571353" y="556398"/>
                    </a:cubicBezTo>
                    <a:lnTo>
                      <a:pt x="1571353" y="32614"/>
                    </a:lnTo>
                    <a:cubicBezTo>
                      <a:pt x="1571353" y="14539"/>
                      <a:pt x="1556814" y="0"/>
                      <a:pt x="1538739" y="0"/>
                    </a:cubicBezTo>
                    <a:close/>
                  </a:path>
                </a:pathLst>
              </a:custGeom>
              <a:solidFill>
                <a:srgbClr val="A8C1C2"/>
              </a:solidFill>
              <a:ln w="39291"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569CF11-0F5E-3A12-DF3D-188FAD746D82}"/>
                  </a:ext>
                </a:extLst>
              </p:cNvPr>
              <p:cNvSpPr/>
              <p:nvPr/>
            </p:nvSpPr>
            <p:spPr>
              <a:xfrm>
                <a:off x="10370607" y="1222260"/>
                <a:ext cx="1571353" cy="458163"/>
              </a:xfrm>
              <a:custGeom>
                <a:avLst/>
                <a:gdLst>
                  <a:gd name="connsiteX0" fmla="*/ 1539132 w 1571353"/>
                  <a:gd name="connsiteY0" fmla="*/ 0 h 458163"/>
                  <a:gd name="connsiteX1" fmla="*/ 1506519 w 1571353"/>
                  <a:gd name="connsiteY1" fmla="*/ 32614 h 458163"/>
                  <a:gd name="connsiteX2" fmla="*/ 65620 w 1571353"/>
                  <a:gd name="connsiteY2" fmla="*/ 32614 h 458163"/>
                  <a:gd name="connsiteX3" fmla="*/ 33007 w 1571353"/>
                  <a:gd name="connsiteY3" fmla="*/ 0 h 458163"/>
                  <a:gd name="connsiteX4" fmla="*/ 0 w 1571353"/>
                  <a:gd name="connsiteY4" fmla="*/ 32614 h 458163"/>
                  <a:gd name="connsiteX5" fmla="*/ 0 w 1571353"/>
                  <a:gd name="connsiteY5" fmla="*/ 425550 h 458163"/>
                  <a:gd name="connsiteX6" fmla="*/ 32614 w 1571353"/>
                  <a:gd name="connsiteY6" fmla="*/ 458164 h 458163"/>
                  <a:gd name="connsiteX7" fmla="*/ 1538739 w 1571353"/>
                  <a:gd name="connsiteY7" fmla="*/ 458164 h 458163"/>
                  <a:gd name="connsiteX8" fmla="*/ 1571353 w 1571353"/>
                  <a:gd name="connsiteY8" fmla="*/ 425550 h 458163"/>
                  <a:gd name="connsiteX9" fmla="*/ 1571353 w 1571353"/>
                  <a:gd name="connsiteY9" fmla="*/ 32614 h 458163"/>
                  <a:gd name="connsiteX10" fmla="*/ 1538739 w 1571353"/>
                  <a:gd name="connsiteY10" fmla="*/ 0 h 458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1353" h="458163">
                    <a:moveTo>
                      <a:pt x="1539132" y="0"/>
                    </a:moveTo>
                    <a:cubicBezTo>
                      <a:pt x="1521057" y="0"/>
                      <a:pt x="1506519" y="14539"/>
                      <a:pt x="1506519" y="32614"/>
                    </a:cubicBezTo>
                    <a:lnTo>
                      <a:pt x="65620" y="32614"/>
                    </a:lnTo>
                    <a:cubicBezTo>
                      <a:pt x="65620" y="14539"/>
                      <a:pt x="51082" y="0"/>
                      <a:pt x="33007" y="0"/>
                    </a:cubicBezTo>
                    <a:cubicBezTo>
                      <a:pt x="14932" y="0"/>
                      <a:pt x="0" y="14539"/>
                      <a:pt x="0" y="32614"/>
                    </a:cubicBezTo>
                    <a:lnTo>
                      <a:pt x="0" y="425550"/>
                    </a:lnTo>
                    <a:cubicBezTo>
                      <a:pt x="0" y="443625"/>
                      <a:pt x="14539" y="458164"/>
                      <a:pt x="32614" y="458164"/>
                    </a:cubicBezTo>
                    <a:lnTo>
                      <a:pt x="1538739" y="458164"/>
                    </a:lnTo>
                    <a:cubicBezTo>
                      <a:pt x="1556814" y="458164"/>
                      <a:pt x="1571353" y="443625"/>
                      <a:pt x="1571353" y="425550"/>
                    </a:cubicBezTo>
                    <a:lnTo>
                      <a:pt x="1571353" y="32614"/>
                    </a:lnTo>
                    <a:cubicBezTo>
                      <a:pt x="1571353" y="14539"/>
                      <a:pt x="1556814" y="0"/>
                      <a:pt x="1538739" y="0"/>
                    </a:cubicBezTo>
                    <a:close/>
                  </a:path>
                </a:pathLst>
              </a:custGeom>
              <a:solidFill>
                <a:srgbClr val="19444A"/>
              </a:solidFill>
              <a:ln w="39291"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5AE67300-9855-3FE9-867E-29023BEB5216}"/>
                  </a:ext>
                </a:extLst>
              </p:cNvPr>
              <p:cNvSpPr/>
              <p:nvPr/>
            </p:nvSpPr>
            <p:spPr>
              <a:xfrm>
                <a:off x="10370607" y="1222260"/>
                <a:ext cx="1571353" cy="327316"/>
              </a:xfrm>
              <a:custGeom>
                <a:avLst/>
                <a:gdLst>
                  <a:gd name="connsiteX0" fmla="*/ 1539132 w 1571353"/>
                  <a:gd name="connsiteY0" fmla="*/ 0 h 327316"/>
                  <a:gd name="connsiteX1" fmla="*/ 1506519 w 1571353"/>
                  <a:gd name="connsiteY1" fmla="*/ 32614 h 327316"/>
                  <a:gd name="connsiteX2" fmla="*/ 65620 w 1571353"/>
                  <a:gd name="connsiteY2" fmla="*/ 32614 h 327316"/>
                  <a:gd name="connsiteX3" fmla="*/ 33007 w 1571353"/>
                  <a:gd name="connsiteY3" fmla="*/ 0 h 327316"/>
                  <a:gd name="connsiteX4" fmla="*/ 0 w 1571353"/>
                  <a:gd name="connsiteY4" fmla="*/ 32614 h 327316"/>
                  <a:gd name="connsiteX5" fmla="*/ 0 w 1571353"/>
                  <a:gd name="connsiteY5" fmla="*/ 294702 h 327316"/>
                  <a:gd name="connsiteX6" fmla="*/ 32614 w 1571353"/>
                  <a:gd name="connsiteY6" fmla="*/ 327316 h 327316"/>
                  <a:gd name="connsiteX7" fmla="*/ 1538739 w 1571353"/>
                  <a:gd name="connsiteY7" fmla="*/ 327316 h 327316"/>
                  <a:gd name="connsiteX8" fmla="*/ 1571353 w 1571353"/>
                  <a:gd name="connsiteY8" fmla="*/ 294702 h 327316"/>
                  <a:gd name="connsiteX9" fmla="*/ 1571353 w 1571353"/>
                  <a:gd name="connsiteY9" fmla="*/ 32614 h 327316"/>
                  <a:gd name="connsiteX10" fmla="*/ 1538739 w 1571353"/>
                  <a:gd name="connsiteY10" fmla="*/ 0 h 32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1353" h="327316">
                    <a:moveTo>
                      <a:pt x="1539132" y="0"/>
                    </a:moveTo>
                    <a:cubicBezTo>
                      <a:pt x="1521057" y="0"/>
                      <a:pt x="1506519" y="14539"/>
                      <a:pt x="1506519" y="32614"/>
                    </a:cubicBezTo>
                    <a:lnTo>
                      <a:pt x="65620" y="32614"/>
                    </a:lnTo>
                    <a:cubicBezTo>
                      <a:pt x="65620" y="14539"/>
                      <a:pt x="51082" y="0"/>
                      <a:pt x="33007" y="0"/>
                    </a:cubicBezTo>
                    <a:cubicBezTo>
                      <a:pt x="14932" y="0"/>
                      <a:pt x="0" y="14539"/>
                      <a:pt x="0" y="32614"/>
                    </a:cubicBezTo>
                    <a:lnTo>
                      <a:pt x="0" y="294702"/>
                    </a:lnTo>
                    <a:cubicBezTo>
                      <a:pt x="0" y="312777"/>
                      <a:pt x="14539" y="327316"/>
                      <a:pt x="32614" y="327316"/>
                    </a:cubicBezTo>
                    <a:lnTo>
                      <a:pt x="1538739" y="327316"/>
                    </a:lnTo>
                    <a:cubicBezTo>
                      <a:pt x="1556814" y="327316"/>
                      <a:pt x="1571353" y="312777"/>
                      <a:pt x="1571353" y="294702"/>
                    </a:cubicBezTo>
                    <a:lnTo>
                      <a:pt x="1571353" y="32614"/>
                    </a:lnTo>
                    <a:cubicBezTo>
                      <a:pt x="1571353" y="14539"/>
                      <a:pt x="1556814" y="0"/>
                      <a:pt x="1538739" y="0"/>
                    </a:cubicBezTo>
                    <a:close/>
                  </a:path>
                </a:pathLst>
              </a:custGeom>
              <a:solidFill>
                <a:srgbClr val="A8C1C2"/>
              </a:solidFill>
              <a:ln w="39291"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95CA748-E9CE-B2F0-A664-26809E0C9711}"/>
                  </a:ext>
                </a:extLst>
              </p:cNvPr>
              <p:cNvSpPr/>
              <p:nvPr/>
            </p:nvSpPr>
            <p:spPr>
              <a:xfrm>
                <a:off x="10370607" y="1222260"/>
                <a:ext cx="1571353" cy="196075"/>
              </a:xfrm>
              <a:custGeom>
                <a:avLst/>
                <a:gdLst>
                  <a:gd name="connsiteX0" fmla="*/ 1539132 w 1571353"/>
                  <a:gd name="connsiteY0" fmla="*/ 0 h 196075"/>
                  <a:gd name="connsiteX1" fmla="*/ 1506519 w 1571353"/>
                  <a:gd name="connsiteY1" fmla="*/ 32614 h 196075"/>
                  <a:gd name="connsiteX2" fmla="*/ 65620 w 1571353"/>
                  <a:gd name="connsiteY2" fmla="*/ 32614 h 196075"/>
                  <a:gd name="connsiteX3" fmla="*/ 33007 w 1571353"/>
                  <a:gd name="connsiteY3" fmla="*/ 0 h 196075"/>
                  <a:gd name="connsiteX4" fmla="*/ 0 w 1571353"/>
                  <a:gd name="connsiteY4" fmla="*/ 32614 h 196075"/>
                  <a:gd name="connsiteX5" fmla="*/ 0 w 1571353"/>
                  <a:gd name="connsiteY5" fmla="*/ 163462 h 196075"/>
                  <a:gd name="connsiteX6" fmla="*/ 32614 w 1571353"/>
                  <a:gd name="connsiteY6" fmla="*/ 196075 h 196075"/>
                  <a:gd name="connsiteX7" fmla="*/ 1538739 w 1571353"/>
                  <a:gd name="connsiteY7" fmla="*/ 196075 h 196075"/>
                  <a:gd name="connsiteX8" fmla="*/ 1571353 w 1571353"/>
                  <a:gd name="connsiteY8" fmla="*/ 163462 h 196075"/>
                  <a:gd name="connsiteX9" fmla="*/ 1571353 w 1571353"/>
                  <a:gd name="connsiteY9" fmla="*/ 32614 h 196075"/>
                  <a:gd name="connsiteX10" fmla="*/ 1538739 w 1571353"/>
                  <a:gd name="connsiteY10" fmla="*/ 0 h 19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1353" h="196075">
                    <a:moveTo>
                      <a:pt x="1539132" y="0"/>
                    </a:moveTo>
                    <a:cubicBezTo>
                      <a:pt x="1521057" y="0"/>
                      <a:pt x="1506519" y="14539"/>
                      <a:pt x="1506519" y="32614"/>
                    </a:cubicBezTo>
                    <a:lnTo>
                      <a:pt x="65620" y="32614"/>
                    </a:lnTo>
                    <a:cubicBezTo>
                      <a:pt x="65620" y="14539"/>
                      <a:pt x="51082" y="0"/>
                      <a:pt x="33007" y="0"/>
                    </a:cubicBezTo>
                    <a:cubicBezTo>
                      <a:pt x="14932" y="0"/>
                      <a:pt x="0" y="14539"/>
                      <a:pt x="0" y="32614"/>
                    </a:cubicBezTo>
                    <a:lnTo>
                      <a:pt x="0" y="163462"/>
                    </a:lnTo>
                    <a:cubicBezTo>
                      <a:pt x="0" y="181537"/>
                      <a:pt x="14539" y="196075"/>
                      <a:pt x="32614" y="196075"/>
                    </a:cubicBezTo>
                    <a:lnTo>
                      <a:pt x="1538739" y="196075"/>
                    </a:lnTo>
                    <a:cubicBezTo>
                      <a:pt x="1556814" y="196075"/>
                      <a:pt x="1571353" y="181537"/>
                      <a:pt x="1571353" y="163462"/>
                    </a:cubicBezTo>
                    <a:lnTo>
                      <a:pt x="1571353" y="32614"/>
                    </a:lnTo>
                    <a:cubicBezTo>
                      <a:pt x="1571353" y="14539"/>
                      <a:pt x="1556814" y="0"/>
                      <a:pt x="1538739" y="0"/>
                    </a:cubicBezTo>
                    <a:close/>
                  </a:path>
                </a:pathLst>
              </a:custGeom>
              <a:solidFill>
                <a:srgbClr val="19444A"/>
              </a:solidFill>
              <a:ln w="39291"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B6DD5672-E6D0-DD77-29AA-EB6628CC9790}"/>
                  </a:ext>
                </a:extLst>
              </p:cNvPr>
              <p:cNvSpPr/>
              <p:nvPr/>
            </p:nvSpPr>
            <p:spPr>
              <a:xfrm>
                <a:off x="10370624" y="698475"/>
                <a:ext cx="1571972" cy="589404"/>
              </a:xfrm>
              <a:custGeom>
                <a:avLst/>
                <a:gdLst>
                  <a:gd name="connsiteX0" fmla="*/ 1568192 w 1571972"/>
                  <a:gd name="connsiteY0" fmla="*/ 541859 h 589404"/>
                  <a:gd name="connsiteX1" fmla="*/ 1306104 w 1571972"/>
                  <a:gd name="connsiteY1" fmla="*/ 18075 h 589404"/>
                  <a:gd name="connsiteX2" fmla="*/ 1276633 w 1571972"/>
                  <a:gd name="connsiteY2" fmla="*/ 0 h 589404"/>
                  <a:gd name="connsiteX3" fmla="*/ 294685 w 1571972"/>
                  <a:gd name="connsiteY3" fmla="*/ 0 h 589404"/>
                  <a:gd name="connsiteX4" fmla="*/ 265215 w 1571972"/>
                  <a:gd name="connsiteY4" fmla="*/ 18075 h 589404"/>
                  <a:gd name="connsiteX5" fmla="*/ 3519 w 1571972"/>
                  <a:gd name="connsiteY5" fmla="*/ 541859 h 589404"/>
                  <a:gd name="connsiteX6" fmla="*/ 5091 w 1571972"/>
                  <a:gd name="connsiteY6" fmla="*/ 573687 h 589404"/>
                  <a:gd name="connsiteX7" fmla="*/ 32989 w 1571972"/>
                  <a:gd name="connsiteY7" fmla="*/ 589405 h 589404"/>
                  <a:gd name="connsiteX8" fmla="*/ 1539115 w 1571972"/>
                  <a:gd name="connsiteY8" fmla="*/ 589405 h 589404"/>
                  <a:gd name="connsiteX9" fmla="*/ 1567014 w 1571972"/>
                  <a:gd name="connsiteY9" fmla="*/ 573687 h 589404"/>
                  <a:gd name="connsiteX10" fmla="*/ 1568585 w 1571972"/>
                  <a:gd name="connsiteY10" fmla="*/ 541859 h 58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1972" h="589404">
                    <a:moveTo>
                      <a:pt x="1568192" y="541859"/>
                    </a:moveTo>
                    <a:lnTo>
                      <a:pt x="1306104" y="18075"/>
                    </a:lnTo>
                    <a:cubicBezTo>
                      <a:pt x="1300602" y="7073"/>
                      <a:pt x="1289207" y="0"/>
                      <a:pt x="1276633" y="0"/>
                    </a:cubicBezTo>
                    <a:lnTo>
                      <a:pt x="294685" y="0"/>
                    </a:lnTo>
                    <a:cubicBezTo>
                      <a:pt x="282111" y="0"/>
                      <a:pt x="271109" y="7073"/>
                      <a:pt x="265215" y="18075"/>
                    </a:cubicBezTo>
                    <a:lnTo>
                      <a:pt x="3519" y="541859"/>
                    </a:lnTo>
                    <a:cubicBezTo>
                      <a:pt x="-1589" y="552076"/>
                      <a:pt x="-1196" y="564257"/>
                      <a:pt x="5091" y="573687"/>
                    </a:cubicBezTo>
                    <a:cubicBezTo>
                      <a:pt x="10985" y="583511"/>
                      <a:pt x="21594" y="589405"/>
                      <a:pt x="32989" y="589405"/>
                    </a:cubicBezTo>
                    <a:lnTo>
                      <a:pt x="1539115" y="589405"/>
                    </a:lnTo>
                    <a:cubicBezTo>
                      <a:pt x="1550510" y="589405"/>
                      <a:pt x="1561119" y="583511"/>
                      <a:pt x="1567014" y="573687"/>
                    </a:cubicBezTo>
                    <a:cubicBezTo>
                      <a:pt x="1572907" y="563864"/>
                      <a:pt x="1573693" y="552076"/>
                      <a:pt x="1568585" y="541859"/>
                    </a:cubicBezTo>
                    <a:close/>
                  </a:path>
                </a:pathLst>
              </a:custGeom>
              <a:solidFill>
                <a:srgbClr val="58A0A5"/>
              </a:solidFill>
              <a:ln w="39291"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8781484-6592-00A5-D1BF-24FA8E93F940}"/>
                  </a:ext>
                </a:extLst>
              </p:cNvPr>
              <p:cNvSpPr/>
              <p:nvPr/>
            </p:nvSpPr>
            <p:spPr>
              <a:xfrm>
                <a:off x="10673918" y="829323"/>
                <a:ext cx="965283" cy="326923"/>
              </a:xfrm>
              <a:custGeom>
                <a:avLst/>
                <a:gdLst>
                  <a:gd name="connsiteX0" fmla="*/ 951728 w 965283"/>
                  <a:gd name="connsiteY0" fmla="*/ 141850 h 326923"/>
                  <a:gd name="connsiteX1" fmla="*/ 916757 w 965283"/>
                  <a:gd name="connsiteY1" fmla="*/ 71514 h 326923"/>
                  <a:gd name="connsiteX2" fmla="*/ 801626 w 965283"/>
                  <a:gd name="connsiteY2" fmla="*/ 0 h 326923"/>
                  <a:gd name="connsiteX3" fmla="*/ 163497 w 965283"/>
                  <a:gd name="connsiteY3" fmla="*/ 0 h 326923"/>
                  <a:gd name="connsiteX4" fmla="*/ 48367 w 965283"/>
                  <a:gd name="connsiteY4" fmla="*/ 71514 h 326923"/>
                  <a:gd name="connsiteX5" fmla="*/ 13396 w 965283"/>
                  <a:gd name="connsiteY5" fmla="*/ 141850 h 326923"/>
                  <a:gd name="connsiteX6" fmla="*/ 19290 w 965283"/>
                  <a:gd name="connsiteY6" fmla="*/ 266411 h 326923"/>
                  <a:gd name="connsiteX7" fmla="*/ 128526 w 965283"/>
                  <a:gd name="connsiteY7" fmla="*/ 326923 h 326923"/>
                  <a:gd name="connsiteX8" fmla="*/ 836598 w 965283"/>
                  <a:gd name="connsiteY8" fmla="*/ 326923 h 326923"/>
                  <a:gd name="connsiteX9" fmla="*/ 945834 w 965283"/>
                  <a:gd name="connsiteY9" fmla="*/ 266411 h 326923"/>
                  <a:gd name="connsiteX10" fmla="*/ 951728 w 965283"/>
                  <a:gd name="connsiteY10" fmla="*/ 141850 h 326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5283" h="326923">
                    <a:moveTo>
                      <a:pt x="951728" y="141850"/>
                    </a:moveTo>
                    <a:lnTo>
                      <a:pt x="916757" y="71514"/>
                    </a:lnTo>
                    <a:cubicBezTo>
                      <a:pt x="894752" y="27506"/>
                      <a:pt x="850743" y="0"/>
                      <a:pt x="801626" y="0"/>
                    </a:cubicBezTo>
                    <a:lnTo>
                      <a:pt x="163497" y="0"/>
                    </a:lnTo>
                    <a:cubicBezTo>
                      <a:pt x="114380" y="0"/>
                      <a:pt x="70371" y="27506"/>
                      <a:pt x="48367" y="71514"/>
                    </a:cubicBezTo>
                    <a:lnTo>
                      <a:pt x="13396" y="141850"/>
                    </a:lnTo>
                    <a:cubicBezTo>
                      <a:pt x="-6251" y="181930"/>
                      <a:pt x="-4287" y="228689"/>
                      <a:pt x="19290" y="266411"/>
                    </a:cubicBezTo>
                    <a:cubicBezTo>
                      <a:pt x="42866" y="304526"/>
                      <a:pt x="83731" y="326923"/>
                      <a:pt x="128526" y="326923"/>
                    </a:cubicBezTo>
                    <a:lnTo>
                      <a:pt x="836598" y="326923"/>
                    </a:lnTo>
                    <a:cubicBezTo>
                      <a:pt x="881392" y="326923"/>
                      <a:pt x="922258" y="304133"/>
                      <a:pt x="945834" y="266411"/>
                    </a:cubicBezTo>
                    <a:cubicBezTo>
                      <a:pt x="969410" y="228296"/>
                      <a:pt x="971768" y="181930"/>
                      <a:pt x="951728" y="141850"/>
                    </a:cubicBezTo>
                    <a:close/>
                  </a:path>
                </a:pathLst>
              </a:custGeom>
              <a:solidFill>
                <a:srgbClr val="19444A"/>
              </a:solidFill>
              <a:ln w="39291"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D295E80-5831-712D-B773-283175345BF7}"/>
                  </a:ext>
                </a:extLst>
              </p:cNvPr>
              <p:cNvSpPr/>
              <p:nvPr/>
            </p:nvSpPr>
            <p:spPr>
              <a:xfrm>
                <a:off x="10861384" y="698475"/>
                <a:ext cx="589011" cy="1296297"/>
              </a:xfrm>
              <a:custGeom>
                <a:avLst/>
                <a:gdLst>
                  <a:gd name="connsiteX0" fmla="*/ 588619 w 589011"/>
                  <a:gd name="connsiteY0" fmla="*/ 548539 h 1296297"/>
                  <a:gd name="connsiteX1" fmla="*/ 457771 w 589011"/>
                  <a:gd name="connsiteY1" fmla="*/ 24755 h 1296297"/>
                  <a:gd name="connsiteX2" fmla="*/ 425943 w 589011"/>
                  <a:gd name="connsiteY2" fmla="*/ 0 h 1296297"/>
                  <a:gd name="connsiteX3" fmla="*/ 163855 w 589011"/>
                  <a:gd name="connsiteY3" fmla="*/ 0 h 1296297"/>
                  <a:gd name="connsiteX4" fmla="*/ 132027 w 589011"/>
                  <a:gd name="connsiteY4" fmla="*/ 24755 h 1296297"/>
                  <a:gd name="connsiteX5" fmla="*/ 1179 w 589011"/>
                  <a:gd name="connsiteY5" fmla="*/ 548539 h 1296297"/>
                  <a:gd name="connsiteX6" fmla="*/ 0 w 589011"/>
                  <a:gd name="connsiteY6" fmla="*/ 556398 h 1296297"/>
                  <a:gd name="connsiteX7" fmla="*/ 0 w 589011"/>
                  <a:gd name="connsiteY7" fmla="*/ 1263684 h 1296297"/>
                  <a:gd name="connsiteX8" fmla="*/ 32614 w 589011"/>
                  <a:gd name="connsiteY8" fmla="*/ 1296298 h 1296297"/>
                  <a:gd name="connsiteX9" fmla="*/ 556398 w 589011"/>
                  <a:gd name="connsiteY9" fmla="*/ 1296298 h 1296297"/>
                  <a:gd name="connsiteX10" fmla="*/ 589012 w 589011"/>
                  <a:gd name="connsiteY10" fmla="*/ 1263684 h 1296297"/>
                  <a:gd name="connsiteX11" fmla="*/ 589012 w 589011"/>
                  <a:gd name="connsiteY11" fmla="*/ 556398 h 1296297"/>
                  <a:gd name="connsiteX12" fmla="*/ 587833 w 589011"/>
                  <a:gd name="connsiteY12" fmla="*/ 548539 h 129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9011" h="1296297">
                    <a:moveTo>
                      <a:pt x="588619" y="548539"/>
                    </a:moveTo>
                    <a:lnTo>
                      <a:pt x="457771" y="24755"/>
                    </a:lnTo>
                    <a:cubicBezTo>
                      <a:pt x="454235" y="10216"/>
                      <a:pt x="440875" y="0"/>
                      <a:pt x="425943" y="0"/>
                    </a:cubicBezTo>
                    <a:lnTo>
                      <a:pt x="163855" y="0"/>
                    </a:lnTo>
                    <a:cubicBezTo>
                      <a:pt x="148923" y="0"/>
                      <a:pt x="135563" y="10216"/>
                      <a:pt x="132027" y="24755"/>
                    </a:cubicBezTo>
                    <a:lnTo>
                      <a:pt x="1179" y="548539"/>
                    </a:lnTo>
                    <a:cubicBezTo>
                      <a:pt x="393" y="551290"/>
                      <a:pt x="0" y="553648"/>
                      <a:pt x="0" y="556398"/>
                    </a:cubicBezTo>
                    <a:lnTo>
                      <a:pt x="0" y="1263684"/>
                    </a:lnTo>
                    <a:cubicBezTo>
                      <a:pt x="0" y="1281759"/>
                      <a:pt x="14539" y="1296298"/>
                      <a:pt x="32614" y="1296298"/>
                    </a:cubicBezTo>
                    <a:lnTo>
                      <a:pt x="556398" y="1296298"/>
                    </a:lnTo>
                    <a:cubicBezTo>
                      <a:pt x="574473" y="1296298"/>
                      <a:pt x="589012" y="1281759"/>
                      <a:pt x="589012" y="1263684"/>
                    </a:cubicBezTo>
                    <a:lnTo>
                      <a:pt x="589012" y="556398"/>
                    </a:lnTo>
                    <a:cubicBezTo>
                      <a:pt x="589012" y="553648"/>
                      <a:pt x="589012" y="550897"/>
                      <a:pt x="587833" y="548539"/>
                    </a:cubicBezTo>
                    <a:close/>
                  </a:path>
                </a:pathLst>
              </a:custGeom>
              <a:solidFill>
                <a:srgbClr val="E4EFED"/>
              </a:solidFill>
              <a:ln w="39291" cap="flat">
                <a:noFill/>
                <a:prstDash val="solid"/>
                <a:miter/>
              </a:ln>
              <a:effectLst/>
            </p:spPr>
            <p:txBody>
              <a:bodyPr rtlCol="0" anchor="ctr"/>
              <a:lstStyle/>
              <a:p>
                <a:endParaRPr lang="en-US"/>
              </a:p>
            </p:txBody>
          </p:sp>
        </p:grpSp>
        <p:sp>
          <p:nvSpPr>
            <p:cNvPr id="9" name="Freeform 8">
              <a:extLst>
                <a:ext uri="{FF2B5EF4-FFF2-40B4-BE49-F238E27FC236}">
                  <a16:creationId xmlns:a16="http://schemas.microsoft.com/office/drawing/2014/main" id="{C75F848C-F4DA-23C5-95F1-1B62620071F7}"/>
                </a:ext>
              </a:extLst>
            </p:cNvPr>
            <p:cNvSpPr/>
            <p:nvPr/>
          </p:nvSpPr>
          <p:spPr>
            <a:xfrm>
              <a:off x="10370607" y="680588"/>
              <a:ext cx="1571972" cy="589404"/>
            </a:xfrm>
            <a:custGeom>
              <a:avLst/>
              <a:gdLst>
                <a:gd name="connsiteX0" fmla="*/ 1568192 w 1571972"/>
                <a:gd name="connsiteY0" fmla="*/ 541859 h 589404"/>
                <a:gd name="connsiteX1" fmla="*/ 1306104 w 1571972"/>
                <a:gd name="connsiteY1" fmla="*/ 18075 h 589404"/>
                <a:gd name="connsiteX2" fmla="*/ 1276633 w 1571972"/>
                <a:gd name="connsiteY2" fmla="*/ 0 h 589404"/>
                <a:gd name="connsiteX3" fmla="*/ 294685 w 1571972"/>
                <a:gd name="connsiteY3" fmla="*/ 0 h 589404"/>
                <a:gd name="connsiteX4" fmla="*/ 265215 w 1571972"/>
                <a:gd name="connsiteY4" fmla="*/ 18075 h 589404"/>
                <a:gd name="connsiteX5" fmla="*/ 3519 w 1571972"/>
                <a:gd name="connsiteY5" fmla="*/ 541859 h 589404"/>
                <a:gd name="connsiteX6" fmla="*/ 5091 w 1571972"/>
                <a:gd name="connsiteY6" fmla="*/ 573687 h 589404"/>
                <a:gd name="connsiteX7" fmla="*/ 32989 w 1571972"/>
                <a:gd name="connsiteY7" fmla="*/ 589405 h 589404"/>
                <a:gd name="connsiteX8" fmla="*/ 1539115 w 1571972"/>
                <a:gd name="connsiteY8" fmla="*/ 589405 h 589404"/>
                <a:gd name="connsiteX9" fmla="*/ 1567014 w 1571972"/>
                <a:gd name="connsiteY9" fmla="*/ 573687 h 589404"/>
                <a:gd name="connsiteX10" fmla="*/ 1568585 w 1571972"/>
                <a:gd name="connsiteY10" fmla="*/ 541859 h 58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1972" h="589404">
                  <a:moveTo>
                    <a:pt x="1568192" y="541859"/>
                  </a:moveTo>
                  <a:lnTo>
                    <a:pt x="1306104" y="18075"/>
                  </a:lnTo>
                  <a:cubicBezTo>
                    <a:pt x="1300602" y="7073"/>
                    <a:pt x="1289207" y="0"/>
                    <a:pt x="1276633" y="0"/>
                  </a:cubicBezTo>
                  <a:lnTo>
                    <a:pt x="294685" y="0"/>
                  </a:lnTo>
                  <a:cubicBezTo>
                    <a:pt x="282111" y="0"/>
                    <a:pt x="271109" y="7073"/>
                    <a:pt x="265215" y="18075"/>
                  </a:cubicBezTo>
                  <a:lnTo>
                    <a:pt x="3519" y="541859"/>
                  </a:lnTo>
                  <a:cubicBezTo>
                    <a:pt x="-1589" y="552076"/>
                    <a:pt x="-1196" y="564257"/>
                    <a:pt x="5091" y="573687"/>
                  </a:cubicBezTo>
                  <a:cubicBezTo>
                    <a:pt x="10985" y="583511"/>
                    <a:pt x="21594" y="589405"/>
                    <a:pt x="32989" y="589405"/>
                  </a:cubicBezTo>
                  <a:lnTo>
                    <a:pt x="1539115" y="589405"/>
                  </a:lnTo>
                  <a:cubicBezTo>
                    <a:pt x="1550510" y="589405"/>
                    <a:pt x="1561119" y="583511"/>
                    <a:pt x="1567014" y="573687"/>
                  </a:cubicBezTo>
                  <a:cubicBezTo>
                    <a:pt x="1572907" y="563864"/>
                    <a:pt x="1573693" y="552076"/>
                    <a:pt x="1568585" y="541859"/>
                  </a:cubicBezTo>
                  <a:close/>
                </a:path>
              </a:pathLst>
            </a:custGeom>
            <a:gradFill>
              <a:gsLst>
                <a:gs pos="5000">
                  <a:srgbClr val="3C636A">
                    <a:alpha val="70000"/>
                  </a:srgbClr>
                </a:gs>
                <a:gs pos="100000">
                  <a:srgbClr val="E4EFED">
                    <a:alpha val="70000"/>
                  </a:srgbClr>
                </a:gs>
              </a:gsLst>
              <a:lin ang="5400000" scaled="0"/>
            </a:gradFill>
            <a:ln w="39291" cap="flat">
              <a:noFill/>
              <a:prstDash val="solid"/>
              <a:miter/>
            </a:ln>
            <a:effectLst/>
          </p:spPr>
          <p:txBody>
            <a:bodyPr rtlCol="0" anchor="ctr"/>
            <a:lstStyle/>
            <a:p>
              <a:endParaRPr lang="en-US" dirty="0"/>
            </a:p>
          </p:txBody>
        </p:sp>
      </p:grpSp>
    </p:spTree>
    <p:extLst>
      <p:ext uri="{BB962C8B-B14F-4D97-AF65-F5344CB8AC3E}">
        <p14:creationId xmlns:p14="http://schemas.microsoft.com/office/powerpoint/2010/main" val="3204958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5028"/>
        </a:solidFill>
        <a:effectLst/>
      </p:bgPr>
    </p:bg>
    <p:spTree>
      <p:nvGrpSpPr>
        <p:cNvPr id="1" name="">
          <a:extLst>
            <a:ext uri="{FF2B5EF4-FFF2-40B4-BE49-F238E27FC236}">
              <a16:creationId xmlns:a16="http://schemas.microsoft.com/office/drawing/2014/main" id="{FB182CF1-549F-AED0-A0DE-BD41DEBE4C68}"/>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040D6F1C-BEA8-6992-CD0A-807B2138C9E2}"/>
              </a:ext>
            </a:extLst>
          </p:cNvPr>
          <p:cNvGrpSpPr/>
          <p:nvPr/>
        </p:nvGrpSpPr>
        <p:grpSpPr>
          <a:xfrm>
            <a:off x="8968686" y="374290"/>
            <a:ext cx="2861565" cy="2866252"/>
            <a:chOff x="8624623" y="663805"/>
            <a:chExt cx="2861565" cy="2866252"/>
          </a:xfrm>
        </p:grpSpPr>
        <p:pic>
          <p:nvPicPr>
            <p:cNvPr id="10" name="Picture 9" descr="Pie chart and pencil percentage sign">
              <a:extLst>
                <a:ext uri="{FF2B5EF4-FFF2-40B4-BE49-F238E27FC236}">
                  <a16:creationId xmlns:a16="http://schemas.microsoft.com/office/drawing/2014/main" id="{4ABB3216-660B-484B-269F-4C2189C71728}"/>
                </a:ext>
              </a:extLst>
            </p:cNvPr>
            <p:cNvPicPr>
              <a:picLocks/>
            </p:cNvPicPr>
            <p:nvPr/>
          </p:nvPicPr>
          <p:blipFill rotWithShape="1">
            <a:blip r:embed="rId3" cstate="screen">
              <a:alphaModFix amt="68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624623" y="663805"/>
              <a:ext cx="2861565" cy="2866252"/>
            </a:xfrm>
            <a:prstGeom prst="ellipse">
              <a:avLst/>
            </a:prstGeom>
            <a:solidFill>
              <a:srgbClr val="932004"/>
            </a:solidFill>
            <a:effectLst>
              <a:outerShdw blurRad="98194" dist="56918" dir="2700000" algn="tl" rotWithShape="0">
                <a:prstClr val="black">
                  <a:alpha val="40000"/>
                </a:prstClr>
              </a:outerShdw>
            </a:effectLst>
          </p:spPr>
        </p:pic>
        <p:sp>
          <p:nvSpPr>
            <p:cNvPr id="6" name="TextBox 5">
              <a:extLst>
                <a:ext uri="{FF2B5EF4-FFF2-40B4-BE49-F238E27FC236}">
                  <a16:creationId xmlns:a16="http://schemas.microsoft.com/office/drawing/2014/main" id="{96DE1916-A71D-3EE8-0E5B-B2F64F62F979}"/>
                </a:ext>
              </a:extLst>
            </p:cNvPr>
            <p:cNvSpPr txBox="1"/>
            <p:nvPr/>
          </p:nvSpPr>
          <p:spPr>
            <a:xfrm>
              <a:off x="8758573" y="1214675"/>
              <a:ext cx="2620648" cy="2031325"/>
            </a:xfrm>
            <a:prstGeom prst="rect">
              <a:avLst/>
            </a:prstGeom>
            <a:noFill/>
            <a:effectLst>
              <a:outerShdw blurRad="50800" dist="12700" dir="2700000" algn="tl" rotWithShape="0">
                <a:srgbClr val="7B1A03">
                  <a:alpha val="40000"/>
                </a:srgbClr>
              </a:outerShdw>
            </a:effectLst>
          </p:spPr>
          <p:txBody>
            <a:bodyPr wrap="square" rtlCol="0">
              <a:spAutoFit/>
            </a:bodyPr>
            <a:lstStyle/>
            <a:p>
              <a:pPr algn="ctr"/>
              <a:r>
                <a:rPr lang="en-US" sz="2100" dirty="0">
                  <a:solidFill>
                    <a:srgbClr val="F3F5EB"/>
                  </a:solidFill>
                  <a:latin typeface="Courier" pitchFamily="2" charset="0"/>
                </a:rPr>
                <a:t>Elaborate</a:t>
              </a:r>
            </a:p>
            <a:p>
              <a:pPr algn="ctr"/>
              <a:r>
                <a:rPr lang="en-US" sz="2100" dirty="0">
                  <a:solidFill>
                    <a:srgbClr val="F3F5EB"/>
                  </a:solidFill>
                  <a:latin typeface="Courier" pitchFamily="2" charset="0"/>
                </a:rPr>
                <a:t>on the problem, its context, and your proposed solution.</a:t>
              </a:r>
            </a:p>
          </p:txBody>
        </p:sp>
      </p:grpSp>
      <p:pic>
        <p:nvPicPr>
          <p:cNvPr id="2" name="Picture 1" descr="Pie chart and pencil percentage sign">
            <a:extLst>
              <a:ext uri="{FF2B5EF4-FFF2-40B4-BE49-F238E27FC236}">
                <a16:creationId xmlns:a16="http://schemas.microsoft.com/office/drawing/2014/main" id="{6958179B-3106-0EBB-75A0-568D0782518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865381" y="3621024"/>
            <a:ext cx="3326618" cy="2705376"/>
          </a:xfrm>
          <a:prstGeom prst="rect">
            <a:avLst/>
          </a:prstGeom>
          <a:solidFill>
            <a:srgbClr val="EE5028"/>
          </a:solidFill>
        </p:spPr>
      </p:pic>
      <p:grpSp>
        <p:nvGrpSpPr>
          <p:cNvPr id="236" name="Group 235">
            <a:extLst>
              <a:ext uri="{FF2B5EF4-FFF2-40B4-BE49-F238E27FC236}">
                <a16:creationId xmlns:a16="http://schemas.microsoft.com/office/drawing/2014/main" id="{9DA4E20D-81CD-C14E-9B10-3204C8F0BE7D}"/>
              </a:ext>
            </a:extLst>
          </p:cNvPr>
          <p:cNvGrpSpPr/>
          <p:nvPr/>
        </p:nvGrpSpPr>
        <p:grpSpPr>
          <a:xfrm>
            <a:off x="10319546" y="61137"/>
            <a:ext cx="1813078" cy="1709844"/>
            <a:chOff x="4301836" y="1542184"/>
            <a:chExt cx="4242954" cy="4001365"/>
          </a:xfrm>
          <a:solidFill>
            <a:srgbClr val="E7E9DE"/>
          </a:solidFill>
        </p:grpSpPr>
        <p:sp>
          <p:nvSpPr>
            <p:cNvPr id="237" name="Freeform 236">
              <a:extLst>
                <a:ext uri="{FF2B5EF4-FFF2-40B4-BE49-F238E27FC236}">
                  <a16:creationId xmlns:a16="http://schemas.microsoft.com/office/drawing/2014/main" id="{4927A2CE-AC82-3766-71FB-E04DC178DC9D}"/>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8" name="Freeform 237">
              <a:extLst>
                <a:ext uri="{FF2B5EF4-FFF2-40B4-BE49-F238E27FC236}">
                  <a16:creationId xmlns:a16="http://schemas.microsoft.com/office/drawing/2014/main" id="{0D97420D-6749-0480-5902-0955CA63133C}"/>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9" name="Freeform 238">
              <a:extLst>
                <a:ext uri="{FF2B5EF4-FFF2-40B4-BE49-F238E27FC236}">
                  <a16:creationId xmlns:a16="http://schemas.microsoft.com/office/drawing/2014/main" id="{762EF860-D86F-6B2A-A726-EF51196D904A}"/>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0" name="Freeform 239">
              <a:extLst>
                <a:ext uri="{FF2B5EF4-FFF2-40B4-BE49-F238E27FC236}">
                  <a16:creationId xmlns:a16="http://schemas.microsoft.com/office/drawing/2014/main" id="{5BA0E397-EDDB-4C96-9A8F-3BC7AED40DDD}"/>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1" name="Freeform 240">
              <a:extLst>
                <a:ext uri="{FF2B5EF4-FFF2-40B4-BE49-F238E27FC236}">
                  <a16:creationId xmlns:a16="http://schemas.microsoft.com/office/drawing/2014/main" id="{A554F497-B1D5-8DD8-DCF4-ADA11803443D}"/>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2" name="Freeform 241">
              <a:extLst>
                <a:ext uri="{FF2B5EF4-FFF2-40B4-BE49-F238E27FC236}">
                  <a16:creationId xmlns:a16="http://schemas.microsoft.com/office/drawing/2014/main" id="{E5F49CD8-0215-24C1-3093-8F9F1195C256}"/>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3" name="Freeform 242">
              <a:extLst>
                <a:ext uri="{FF2B5EF4-FFF2-40B4-BE49-F238E27FC236}">
                  <a16:creationId xmlns:a16="http://schemas.microsoft.com/office/drawing/2014/main" id="{0EE512A5-3B0D-220A-4759-17D57A0111CD}"/>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4" name="Freeform 243">
              <a:extLst>
                <a:ext uri="{FF2B5EF4-FFF2-40B4-BE49-F238E27FC236}">
                  <a16:creationId xmlns:a16="http://schemas.microsoft.com/office/drawing/2014/main" id="{25338445-0B9E-132D-868D-FCD5C6572F9E}"/>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5" name="Freeform 244">
              <a:extLst>
                <a:ext uri="{FF2B5EF4-FFF2-40B4-BE49-F238E27FC236}">
                  <a16:creationId xmlns:a16="http://schemas.microsoft.com/office/drawing/2014/main" id="{8CB42081-89E8-DD22-890A-E7CCAB638CF2}"/>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6" name="Freeform 245">
              <a:extLst>
                <a:ext uri="{FF2B5EF4-FFF2-40B4-BE49-F238E27FC236}">
                  <a16:creationId xmlns:a16="http://schemas.microsoft.com/office/drawing/2014/main" id="{D480E8CA-68A6-D575-BF78-72F52827E571}"/>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7" name="Freeform 246">
              <a:extLst>
                <a:ext uri="{FF2B5EF4-FFF2-40B4-BE49-F238E27FC236}">
                  <a16:creationId xmlns:a16="http://schemas.microsoft.com/office/drawing/2014/main" id="{27A69069-95DB-D25B-E495-6BAF11F65569}"/>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8" name="Freeform 247">
              <a:extLst>
                <a:ext uri="{FF2B5EF4-FFF2-40B4-BE49-F238E27FC236}">
                  <a16:creationId xmlns:a16="http://schemas.microsoft.com/office/drawing/2014/main" id="{BE118D2C-226B-81F6-E419-69FC3BEAFBE7}"/>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9" name="Freeform 248">
              <a:extLst>
                <a:ext uri="{FF2B5EF4-FFF2-40B4-BE49-F238E27FC236}">
                  <a16:creationId xmlns:a16="http://schemas.microsoft.com/office/drawing/2014/main" id="{8F62064E-1D12-5C73-72B5-E85064D4AF7B}"/>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50" name="Freeform 249">
              <a:extLst>
                <a:ext uri="{FF2B5EF4-FFF2-40B4-BE49-F238E27FC236}">
                  <a16:creationId xmlns:a16="http://schemas.microsoft.com/office/drawing/2014/main" id="{DD56606C-93A4-4742-4D2C-DFAB13291B7E}"/>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51" name="Freeform 250">
              <a:extLst>
                <a:ext uri="{FF2B5EF4-FFF2-40B4-BE49-F238E27FC236}">
                  <a16:creationId xmlns:a16="http://schemas.microsoft.com/office/drawing/2014/main" id="{E3927764-6F9A-D609-0730-DA6C905E7DF0}"/>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2" name="Freeform 251">
              <a:extLst>
                <a:ext uri="{FF2B5EF4-FFF2-40B4-BE49-F238E27FC236}">
                  <a16:creationId xmlns:a16="http://schemas.microsoft.com/office/drawing/2014/main" id="{15811B4C-015B-4A00-AC40-E9CDD273CEC2}"/>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3" name="Freeform 252">
              <a:extLst>
                <a:ext uri="{FF2B5EF4-FFF2-40B4-BE49-F238E27FC236}">
                  <a16:creationId xmlns:a16="http://schemas.microsoft.com/office/drawing/2014/main" id="{7D0AD2B3-D26B-8B52-D092-8BF004DF61A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4" name="Freeform 253">
              <a:extLst>
                <a:ext uri="{FF2B5EF4-FFF2-40B4-BE49-F238E27FC236}">
                  <a16:creationId xmlns:a16="http://schemas.microsoft.com/office/drawing/2014/main" id="{6DD1F39A-D537-9A5B-5BE1-CEDADAB4E788}"/>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5" name="Freeform 254">
              <a:extLst>
                <a:ext uri="{FF2B5EF4-FFF2-40B4-BE49-F238E27FC236}">
                  <a16:creationId xmlns:a16="http://schemas.microsoft.com/office/drawing/2014/main" id="{5B9FACF9-CA07-965F-2C53-7CEFB6B9025A}"/>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6" name="Freeform 255">
              <a:extLst>
                <a:ext uri="{FF2B5EF4-FFF2-40B4-BE49-F238E27FC236}">
                  <a16:creationId xmlns:a16="http://schemas.microsoft.com/office/drawing/2014/main" id="{07A0D443-C43F-2689-12D9-7F32C2E3BA86}"/>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7" name="Freeform 256">
              <a:extLst>
                <a:ext uri="{FF2B5EF4-FFF2-40B4-BE49-F238E27FC236}">
                  <a16:creationId xmlns:a16="http://schemas.microsoft.com/office/drawing/2014/main" id="{FD18A841-BC38-4B10-5E39-8DA0226085C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8" name="Freeform 257">
              <a:extLst>
                <a:ext uri="{FF2B5EF4-FFF2-40B4-BE49-F238E27FC236}">
                  <a16:creationId xmlns:a16="http://schemas.microsoft.com/office/drawing/2014/main" id="{2B5BDB42-1431-551D-4740-BC62E0E16298}"/>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9" name="Freeform 258">
              <a:extLst>
                <a:ext uri="{FF2B5EF4-FFF2-40B4-BE49-F238E27FC236}">
                  <a16:creationId xmlns:a16="http://schemas.microsoft.com/office/drawing/2014/main" id="{B57037A0-C277-EBE8-E673-3E34DAE0143C}"/>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0" name="Freeform 259">
              <a:extLst>
                <a:ext uri="{FF2B5EF4-FFF2-40B4-BE49-F238E27FC236}">
                  <a16:creationId xmlns:a16="http://schemas.microsoft.com/office/drawing/2014/main" id="{B7A15A97-CDE0-705E-0B62-DB2AFFF8912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1" name="Freeform 260">
              <a:extLst>
                <a:ext uri="{FF2B5EF4-FFF2-40B4-BE49-F238E27FC236}">
                  <a16:creationId xmlns:a16="http://schemas.microsoft.com/office/drawing/2014/main" id="{5C428495-A7D0-B7B4-5ACA-1E7B943E344C}"/>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2" name="Freeform 261">
              <a:extLst>
                <a:ext uri="{FF2B5EF4-FFF2-40B4-BE49-F238E27FC236}">
                  <a16:creationId xmlns:a16="http://schemas.microsoft.com/office/drawing/2014/main" id="{CFDF153F-7507-7409-738A-F8ADF0E34D1C}"/>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3" name="Freeform 262">
              <a:extLst>
                <a:ext uri="{FF2B5EF4-FFF2-40B4-BE49-F238E27FC236}">
                  <a16:creationId xmlns:a16="http://schemas.microsoft.com/office/drawing/2014/main" id="{743B541D-B69F-B579-ADC2-5EC7669D8BCE}"/>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64" name="Freeform 263">
              <a:extLst>
                <a:ext uri="{FF2B5EF4-FFF2-40B4-BE49-F238E27FC236}">
                  <a16:creationId xmlns:a16="http://schemas.microsoft.com/office/drawing/2014/main" id="{ECD571CA-2E1D-A451-5D1B-A451C539ECC9}"/>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65" name="Freeform 264">
              <a:extLst>
                <a:ext uri="{FF2B5EF4-FFF2-40B4-BE49-F238E27FC236}">
                  <a16:creationId xmlns:a16="http://schemas.microsoft.com/office/drawing/2014/main" id="{660F118D-01AC-338B-540B-C65B4CEE795E}"/>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6" name="Freeform 265">
              <a:extLst>
                <a:ext uri="{FF2B5EF4-FFF2-40B4-BE49-F238E27FC236}">
                  <a16:creationId xmlns:a16="http://schemas.microsoft.com/office/drawing/2014/main" id="{29E0ECC8-311C-0FF7-49BD-819935C4A79B}"/>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7" name="Freeform 266">
              <a:extLst>
                <a:ext uri="{FF2B5EF4-FFF2-40B4-BE49-F238E27FC236}">
                  <a16:creationId xmlns:a16="http://schemas.microsoft.com/office/drawing/2014/main" id="{BEC70806-81EC-32C2-5EC3-3AD674E8A3E1}"/>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8" name="Freeform 267">
              <a:extLst>
                <a:ext uri="{FF2B5EF4-FFF2-40B4-BE49-F238E27FC236}">
                  <a16:creationId xmlns:a16="http://schemas.microsoft.com/office/drawing/2014/main" id="{3B71D908-0798-6C41-2B4A-ABF1D2CE98C0}"/>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9" name="Freeform 268">
              <a:extLst>
                <a:ext uri="{FF2B5EF4-FFF2-40B4-BE49-F238E27FC236}">
                  <a16:creationId xmlns:a16="http://schemas.microsoft.com/office/drawing/2014/main" id="{83C69D3F-0B5F-66EA-F949-E90ABE02026E}"/>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0" name="Freeform 269">
              <a:extLst>
                <a:ext uri="{FF2B5EF4-FFF2-40B4-BE49-F238E27FC236}">
                  <a16:creationId xmlns:a16="http://schemas.microsoft.com/office/drawing/2014/main" id="{4D44FC47-FE20-0BFE-1F05-4C64611A92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1" name="Freeform 270">
              <a:extLst>
                <a:ext uri="{FF2B5EF4-FFF2-40B4-BE49-F238E27FC236}">
                  <a16:creationId xmlns:a16="http://schemas.microsoft.com/office/drawing/2014/main" id="{81F6ED18-7E6D-58B8-05AF-746DB35C78A9}"/>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2" name="Freeform 271">
              <a:extLst>
                <a:ext uri="{FF2B5EF4-FFF2-40B4-BE49-F238E27FC236}">
                  <a16:creationId xmlns:a16="http://schemas.microsoft.com/office/drawing/2014/main" id="{25F835A5-0471-DC5E-F64F-768281FDBB54}"/>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3" name="Freeform 272">
              <a:extLst>
                <a:ext uri="{FF2B5EF4-FFF2-40B4-BE49-F238E27FC236}">
                  <a16:creationId xmlns:a16="http://schemas.microsoft.com/office/drawing/2014/main" id="{D9F6D890-A1C0-3FD5-7AB7-807FDCA60F1F}"/>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4" name="Freeform 273">
              <a:extLst>
                <a:ext uri="{FF2B5EF4-FFF2-40B4-BE49-F238E27FC236}">
                  <a16:creationId xmlns:a16="http://schemas.microsoft.com/office/drawing/2014/main" id="{72DE342A-8DD9-8AA3-38A3-14E8740777B7}"/>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5" name="Freeform 274">
              <a:extLst>
                <a:ext uri="{FF2B5EF4-FFF2-40B4-BE49-F238E27FC236}">
                  <a16:creationId xmlns:a16="http://schemas.microsoft.com/office/drawing/2014/main" id="{8EB601AE-B0D6-C826-CED2-C467F437B30F}"/>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6" name="Freeform 275">
              <a:extLst>
                <a:ext uri="{FF2B5EF4-FFF2-40B4-BE49-F238E27FC236}">
                  <a16:creationId xmlns:a16="http://schemas.microsoft.com/office/drawing/2014/main" id="{AE5D91B5-854C-E7E2-36F2-DB73B63B2110}"/>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77" name="Freeform 276">
              <a:extLst>
                <a:ext uri="{FF2B5EF4-FFF2-40B4-BE49-F238E27FC236}">
                  <a16:creationId xmlns:a16="http://schemas.microsoft.com/office/drawing/2014/main" id="{59CABF31-40B8-88C0-08E0-5A5E03A697AB}"/>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78" name="Freeform 277">
              <a:extLst>
                <a:ext uri="{FF2B5EF4-FFF2-40B4-BE49-F238E27FC236}">
                  <a16:creationId xmlns:a16="http://schemas.microsoft.com/office/drawing/2014/main" id="{949D8ABC-3581-842B-28D8-0224B7357A9E}"/>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9" name="Freeform 278">
              <a:extLst>
                <a:ext uri="{FF2B5EF4-FFF2-40B4-BE49-F238E27FC236}">
                  <a16:creationId xmlns:a16="http://schemas.microsoft.com/office/drawing/2014/main" id="{1ED1DE4C-BC29-51BB-221D-E00923DF55CD}"/>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0" name="Freeform 279">
              <a:extLst>
                <a:ext uri="{FF2B5EF4-FFF2-40B4-BE49-F238E27FC236}">
                  <a16:creationId xmlns:a16="http://schemas.microsoft.com/office/drawing/2014/main" id="{DA78301D-8B20-6FF0-0400-1A3F9C3A7D8D}"/>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1" name="Freeform 280">
              <a:extLst>
                <a:ext uri="{FF2B5EF4-FFF2-40B4-BE49-F238E27FC236}">
                  <a16:creationId xmlns:a16="http://schemas.microsoft.com/office/drawing/2014/main" id="{556E234E-8E80-3878-804E-68C10CB5B588}"/>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2" name="Freeform 281">
              <a:extLst>
                <a:ext uri="{FF2B5EF4-FFF2-40B4-BE49-F238E27FC236}">
                  <a16:creationId xmlns:a16="http://schemas.microsoft.com/office/drawing/2014/main" id="{4FC7E2C1-4D05-CEF4-56FA-BE2A63E6B109}"/>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3" name="Freeform 282">
              <a:extLst>
                <a:ext uri="{FF2B5EF4-FFF2-40B4-BE49-F238E27FC236}">
                  <a16:creationId xmlns:a16="http://schemas.microsoft.com/office/drawing/2014/main" id="{75392355-E2A0-1B47-1A90-5D29DCB2C7A5}"/>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4" name="Freeform 283">
              <a:extLst>
                <a:ext uri="{FF2B5EF4-FFF2-40B4-BE49-F238E27FC236}">
                  <a16:creationId xmlns:a16="http://schemas.microsoft.com/office/drawing/2014/main" id="{D6D9291B-F2B2-0492-0743-EC86C44EFBEC}"/>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5" name="Freeform 284">
              <a:extLst>
                <a:ext uri="{FF2B5EF4-FFF2-40B4-BE49-F238E27FC236}">
                  <a16:creationId xmlns:a16="http://schemas.microsoft.com/office/drawing/2014/main" id="{4F155D6C-8231-5EBD-0C92-CC39F012C61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6" name="Freeform 285">
              <a:extLst>
                <a:ext uri="{FF2B5EF4-FFF2-40B4-BE49-F238E27FC236}">
                  <a16:creationId xmlns:a16="http://schemas.microsoft.com/office/drawing/2014/main" id="{372F6D49-B861-D653-03B3-38EAD43D5487}"/>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A3DBE149-E2FD-D2BB-1B9A-C5190BBD59DD}"/>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8" name="Freeform 287">
              <a:extLst>
                <a:ext uri="{FF2B5EF4-FFF2-40B4-BE49-F238E27FC236}">
                  <a16:creationId xmlns:a16="http://schemas.microsoft.com/office/drawing/2014/main" id="{30B833EF-BAD2-A4D0-A860-027127AB3C97}"/>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89" name="Freeform 288">
              <a:extLst>
                <a:ext uri="{FF2B5EF4-FFF2-40B4-BE49-F238E27FC236}">
                  <a16:creationId xmlns:a16="http://schemas.microsoft.com/office/drawing/2014/main" id="{C258C9DA-CAB5-7481-9692-F74E5537B087}"/>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90" name="Freeform 289">
              <a:extLst>
                <a:ext uri="{FF2B5EF4-FFF2-40B4-BE49-F238E27FC236}">
                  <a16:creationId xmlns:a16="http://schemas.microsoft.com/office/drawing/2014/main" id="{5FAAED68-9426-1348-A3C1-ECDA8D6AF8CA}"/>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1" name="Freeform 290">
              <a:extLst>
                <a:ext uri="{FF2B5EF4-FFF2-40B4-BE49-F238E27FC236}">
                  <a16:creationId xmlns:a16="http://schemas.microsoft.com/office/drawing/2014/main" id="{C767F033-B860-59B0-5913-3201981491A3}"/>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2" name="Freeform 291">
              <a:extLst>
                <a:ext uri="{FF2B5EF4-FFF2-40B4-BE49-F238E27FC236}">
                  <a16:creationId xmlns:a16="http://schemas.microsoft.com/office/drawing/2014/main" id="{3E85FA8A-25D1-85C7-F0DC-B10B6CBA9F06}"/>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CB8517BD-2516-F4FD-2277-DA1A8A32D963}"/>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4" name="Freeform 293">
              <a:extLst>
                <a:ext uri="{FF2B5EF4-FFF2-40B4-BE49-F238E27FC236}">
                  <a16:creationId xmlns:a16="http://schemas.microsoft.com/office/drawing/2014/main" id="{4C231896-487A-EE44-0356-C2895FECADB4}"/>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5" name="Freeform 294">
              <a:extLst>
                <a:ext uri="{FF2B5EF4-FFF2-40B4-BE49-F238E27FC236}">
                  <a16:creationId xmlns:a16="http://schemas.microsoft.com/office/drawing/2014/main" id="{6739AF82-E482-ACAE-6AB8-63646015F03A}"/>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6" name="Freeform 295">
              <a:extLst>
                <a:ext uri="{FF2B5EF4-FFF2-40B4-BE49-F238E27FC236}">
                  <a16:creationId xmlns:a16="http://schemas.microsoft.com/office/drawing/2014/main" id="{ED5A2D87-5302-BC36-C0A3-3788841EC170}"/>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7" name="Freeform 296">
              <a:extLst>
                <a:ext uri="{FF2B5EF4-FFF2-40B4-BE49-F238E27FC236}">
                  <a16:creationId xmlns:a16="http://schemas.microsoft.com/office/drawing/2014/main" id="{F40210BF-DAD6-018C-C978-243E028BEF1D}"/>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CD8B8F85-63CA-15B3-49B0-F0BB20848FCF}"/>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9" name="Freeform 298">
              <a:extLst>
                <a:ext uri="{FF2B5EF4-FFF2-40B4-BE49-F238E27FC236}">
                  <a16:creationId xmlns:a16="http://schemas.microsoft.com/office/drawing/2014/main" id="{010E153E-06CB-2E83-ECDA-DCCBACD82D0A}"/>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00" name="Freeform 299">
              <a:extLst>
                <a:ext uri="{FF2B5EF4-FFF2-40B4-BE49-F238E27FC236}">
                  <a16:creationId xmlns:a16="http://schemas.microsoft.com/office/drawing/2014/main" id="{FBC51E61-487B-8EFC-151F-E45BA7074B44}"/>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01" name="Freeform 300">
              <a:extLst>
                <a:ext uri="{FF2B5EF4-FFF2-40B4-BE49-F238E27FC236}">
                  <a16:creationId xmlns:a16="http://schemas.microsoft.com/office/drawing/2014/main" id="{31AD5D15-C01A-E131-5943-62FEE3D780A5}"/>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2" name="Freeform 301">
              <a:extLst>
                <a:ext uri="{FF2B5EF4-FFF2-40B4-BE49-F238E27FC236}">
                  <a16:creationId xmlns:a16="http://schemas.microsoft.com/office/drawing/2014/main" id="{E89678ED-50A0-5200-02B2-F3299B65BF03}"/>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3" name="Freeform 302">
              <a:extLst>
                <a:ext uri="{FF2B5EF4-FFF2-40B4-BE49-F238E27FC236}">
                  <a16:creationId xmlns:a16="http://schemas.microsoft.com/office/drawing/2014/main" id="{677D7265-D48B-03F3-E71D-DB31A255433E}"/>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4" name="Freeform 303">
              <a:extLst>
                <a:ext uri="{FF2B5EF4-FFF2-40B4-BE49-F238E27FC236}">
                  <a16:creationId xmlns:a16="http://schemas.microsoft.com/office/drawing/2014/main" id="{3BD81E31-FA15-823A-7756-D8529C80518C}"/>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5" name="Freeform 304">
              <a:extLst>
                <a:ext uri="{FF2B5EF4-FFF2-40B4-BE49-F238E27FC236}">
                  <a16:creationId xmlns:a16="http://schemas.microsoft.com/office/drawing/2014/main" id="{0D6BDF77-5CC4-7E13-53A4-F919E0347770}"/>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6" name="Freeform 305">
              <a:extLst>
                <a:ext uri="{FF2B5EF4-FFF2-40B4-BE49-F238E27FC236}">
                  <a16:creationId xmlns:a16="http://schemas.microsoft.com/office/drawing/2014/main" id="{99A63A43-500D-88F6-4E42-4A8409D3485E}"/>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7" name="Freeform 306">
              <a:extLst>
                <a:ext uri="{FF2B5EF4-FFF2-40B4-BE49-F238E27FC236}">
                  <a16:creationId xmlns:a16="http://schemas.microsoft.com/office/drawing/2014/main" id="{A2E25DB4-CDB2-F22D-EC38-90A856E10EE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8" name="Freeform 307">
              <a:extLst>
                <a:ext uri="{FF2B5EF4-FFF2-40B4-BE49-F238E27FC236}">
                  <a16:creationId xmlns:a16="http://schemas.microsoft.com/office/drawing/2014/main" id="{A74F6355-B79C-31D4-BB40-79024F120F70}"/>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9" name="Freeform 308">
              <a:extLst>
                <a:ext uri="{FF2B5EF4-FFF2-40B4-BE49-F238E27FC236}">
                  <a16:creationId xmlns:a16="http://schemas.microsoft.com/office/drawing/2014/main" id="{D14E35CE-A974-349E-A584-CE3992E0B075}"/>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0" name="Freeform 309">
              <a:extLst>
                <a:ext uri="{FF2B5EF4-FFF2-40B4-BE49-F238E27FC236}">
                  <a16:creationId xmlns:a16="http://schemas.microsoft.com/office/drawing/2014/main" id="{9F5D787E-9619-6FC8-3222-7590162910C2}"/>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1" name="Freeform 310">
              <a:extLst>
                <a:ext uri="{FF2B5EF4-FFF2-40B4-BE49-F238E27FC236}">
                  <a16:creationId xmlns:a16="http://schemas.microsoft.com/office/drawing/2014/main" id="{B8942B12-F1C6-4604-2942-9A4236796138}"/>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2" name="Freeform 311">
              <a:extLst>
                <a:ext uri="{FF2B5EF4-FFF2-40B4-BE49-F238E27FC236}">
                  <a16:creationId xmlns:a16="http://schemas.microsoft.com/office/drawing/2014/main" id="{73BDA939-FB8B-AF27-F8E4-24A78E14519F}"/>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3" name="Freeform 312">
              <a:extLst>
                <a:ext uri="{FF2B5EF4-FFF2-40B4-BE49-F238E27FC236}">
                  <a16:creationId xmlns:a16="http://schemas.microsoft.com/office/drawing/2014/main" id="{EEB2D043-E418-47C0-6C20-EBFCFDD3D4D7}"/>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4" name="Freeform 313">
              <a:extLst>
                <a:ext uri="{FF2B5EF4-FFF2-40B4-BE49-F238E27FC236}">
                  <a16:creationId xmlns:a16="http://schemas.microsoft.com/office/drawing/2014/main" id="{016B10DA-1F48-57FC-E1E0-E94BE5100055}"/>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5" name="Freeform 314">
              <a:extLst>
                <a:ext uri="{FF2B5EF4-FFF2-40B4-BE49-F238E27FC236}">
                  <a16:creationId xmlns:a16="http://schemas.microsoft.com/office/drawing/2014/main" id="{6E7A0324-BD41-C842-0047-469B4DDA3551}"/>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6" name="Freeform 315">
              <a:extLst>
                <a:ext uri="{FF2B5EF4-FFF2-40B4-BE49-F238E27FC236}">
                  <a16:creationId xmlns:a16="http://schemas.microsoft.com/office/drawing/2014/main" id="{604DA694-8B04-91D0-1DC7-0FEE02E0CEEA}"/>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7" name="Freeform 316">
              <a:extLst>
                <a:ext uri="{FF2B5EF4-FFF2-40B4-BE49-F238E27FC236}">
                  <a16:creationId xmlns:a16="http://schemas.microsoft.com/office/drawing/2014/main" id="{498C1363-4F0C-E270-6CC1-EE76D952F8AA}"/>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8" name="Freeform 317">
              <a:extLst>
                <a:ext uri="{FF2B5EF4-FFF2-40B4-BE49-F238E27FC236}">
                  <a16:creationId xmlns:a16="http://schemas.microsoft.com/office/drawing/2014/main" id="{095CDDAA-5312-D834-7DB2-B1D065872A13}"/>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9" name="Freeform 318">
              <a:extLst>
                <a:ext uri="{FF2B5EF4-FFF2-40B4-BE49-F238E27FC236}">
                  <a16:creationId xmlns:a16="http://schemas.microsoft.com/office/drawing/2014/main" id="{4246ECA7-BB7A-2BFC-53D9-148A95D68271}"/>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0" name="Freeform 319">
              <a:extLst>
                <a:ext uri="{FF2B5EF4-FFF2-40B4-BE49-F238E27FC236}">
                  <a16:creationId xmlns:a16="http://schemas.microsoft.com/office/drawing/2014/main" id="{BD97DA48-210B-F45B-36F8-89F100786EAA}"/>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1" name="Freeform 320">
              <a:extLst>
                <a:ext uri="{FF2B5EF4-FFF2-40B4-BE49-F238E27FC236}">
                  <a16:creationId xmlns:a16="http://schemas.microsoft.com/office/drawing/2014/main" id="{76D99F90-90BB-80F9-805B-CDCC31CDFC3D}"/>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2" name="Freeform 321">
              <a:extLst>
                <a:ext uri="{FF2B5EF4-FFF2-40B4-BE49-F238E27FC236}">
                  <a16:creationId xmlns:a16="http://schemas.microsoft.com/office/drawing/2014/main" id="{8EC942C2-5ED5-EB75-D7AD-FF0E932D6678}"/>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3" name="Freeform 322">
              <a:extLst>
                <a:ext uri="{FF2B5EF4-FFF2-40B4-BE49-F238E27FC236}">
                  <a16:creationId xmlns:a16="http://schemas.microsoft.com/office/drawing/2014/main" id="{BBC30A89-3DF3-1E3C-3823-766891C2F435}"/>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4" name="Freeform 323">
              <a:extLst>
                <a:ext uri="{FF2B5EF4-FFF2-40B4-BE49-F238E27FC236}">
                  <a16:creationId xmlns:a16="http://schemas.microsoft.com/office/drawing/2014/main" id="{55308DC7-ABD9-6699-66ED-D56044BEC417}"/>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5" name="Freeform 324">
              <a:extLst>
                <a:ext uri="{FF2B5EF4-FFF2-40B4-BE49-F238E27FC236}">
                  <a16:creationId xmlns:a16="http://schemas.microsoft.com/office/drawing/2014/main" id="{522FCD8C-45EC-331E-8786-27128F12DAA0}"/>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6" name="Freeform 325">
              <a:extLst>
                <a:ext uri="{FF2B5EF4-FFF2-40B4-BE49-F238E27FC236}">
                  <a16:creationId xmlns:a16="http://schemas.microsoft.com/office/drawing/2014/main" id="{B9F6EE8A-6BF6-2369-1744-09A6B4E3A9E7}"/>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7" name="Freeform 326">
              <a:extLst>
                <a:ext uri="{FF2B5EF4-FFF2-40B4-BE49-F238E27FC236}">
                  <a16:creationId xmlns:a16="http://schemas.microsoft.com/office/drawing/2014/main" id="{6D675A88-1507-E66A-C7C2-1390C1267BA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8" name="Freeform 327">
              <a:extLst>
                <a:ext uri="{FF2B5EF4-FFF2-40B4-BE49-F238E27FC236}">
                  <a16:creationId xmlns:a16="http://schemas.microsoft.com/office/drawing/2014/main" id="{9B2B7BE1-12B3-67E5-ACA7-D8E51A11020D}"/>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9" name="Freeform 328">
              <a:extLst>
                <a:ext uri="{FF2B5EF4-FFF2-40B4-BE49-F238E27FC236}">
                  <a16:creationId xmlns:a16="http://schemas.microsoft.com/office/drawing/2014/main" id="{B6BCA300-4A28-F1FA-5A55-2D1CAF1064A8}"/>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0" name="Freeform 329">
              <a:extLst>
                <a:ext uri="{FF2B5EF4-FFF2-40B4-BE49-F238E27FC236}">
                  <a16:creationId xmlns:a16="http://schemas.microsoft.com/office/drawing/2014/main" id="{2A5D724B-8DFE-89FD-1BF9-532A382680F4}"/>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1" name="Freeform 330">
              <a:extLst>
                <a:ext uri="{FF2B5EF4-FFF2-40B4-BE49-F238E27FC236}">
                  <a16:creationId xmlns:a16="http://schemas.microsoft.com/office/drawing/2014/main" id="{DD2B8DBD-E6D4-8C97-1DAD-485AB6BFE1A4}"/>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2" name="Freeform 331">
              <a:extLst>
                <a:ext uri="{FF2B5EF4-FFF2-40B4-BE49-F238E27FC236}">
                  <a16:creationId xmlns:a16="http://schemas.microsoft.com/office/drawing/2014/main" id="{C7B67C25-EC56-D45C-72E8-9F03A5495422}"/>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3" name="Freeform 332">
              <a:extLst>
                <a:ext uri="{FF2B5EF4-FFF2-40B4-BE49-F238E27FC236}">
                  <a16:creationId xmlns:a16="http://schemas.microsoft.com/office/drawing/2014/main" id="{2FB83342-9AAD-2BCE-0E10-47EA5EA96A19}"/>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34" name="Freeform 333">
              <a:extLst>
                <a:ext uri="{FF2B5EF4-FFF2-40B4-BE49-F238E27FC236}">
                  <a16:creationId xmlns:a16="http://schemas.microsoft.com/office/drawing/2014/main" id="{F57C037B-16CB-7D8B-5E59-F2565F2B97F8}"/>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35" name="Freeform 334">
              <a:extLst>
                <a:ext uri="{FF2B5EF4-FFF2-40B4-BE49-F238E27FC236}">
                  <a16:creationId xmlns:a16="http://schemas.microsoft.com/office/drawing/2014/main" id="{8D25167B-7A2D-E5D2-D0B1-674970A40DD3}"/>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6" name="Freeform 335">
              <a:extLst>
                <a:ext uri="{FF2B5EF4-FFF2-40B4-BE49-F238E27FC236}">
                  <a16:creationId xmlns:a16="http://schemas.microsoft.com/office/drawing/2014/main" id="{BC9F89FE-291B-25DD-8632-39C23DAEC215}"/>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7" name="Freeform 336">
              <a:extLst>
                <a:ext uri="{FF2B5EF4-FFF2-40B4-BE49-F238E27FC236}">
                  <a16:creationId xmlns:a16="http://schemas.microsoft.com/office/drawing/2014/main" id="{2C15D5CA-D83B-5094-CC52-EC91C9E89333}"/>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8" name="Freeform 337">
              <a:extLst>
                <a:ext uri="{FF2B5EF4-FFF2-40B4-BE49-F238E27FC236}">
                  <a16:creationId xmlns:a16="http://schemas.microsoft.com/office/drawing/2014/main" id="{F17ACBC5-7251-C111-67DC-93DA9E7EB8AA}"/>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9" name="Freeform 338">
              <a:extLst>
                <a:ext uri="{FF2B5EF4-FFF2-40B4-BE49-F238E27FC236}">
                  <a16:creationId xmlns:a16="http://schemas.microsoft.com/office/drawing/2014/main" id="{B167A027-2C90-7D96-3BB4-DF4A88B8A6A7}"/>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0" name="Freeform 339">
              <a:extLst>
                <a:ext uri="{FF2B5EF4-FFF2-40B4-BE49-F238E27FC236}">
                  <a16:creationId xmlns:a16="http://schemas.microsoft.com/office/drawing/2014/main" id="{3C9E8B9A-C9C0-18B6-2B79-BA2CAED9A313}"/>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1" name="Freeform 340">
              <a:extLst>
                <a:ext uri="{FF2B5EF4-FFF2-40B4-BE49-F238E27FC236}">
                  <a16:creationId xmlns:a16="http://schemas.microsoft.com/office/drawing/2014/main" id="{A7E92541-5B9D-3111-2690-2B43B4028325}"/>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2" name="Freeform 341">
              <a:extLst>
                <a:ext uri="{FF2B5EF4-FFF2-40B4-BE49-F238E27FC236}">
                  <a16:creationId xmlns:a16="http://schemas.microsoft.com/office/drawing/2014/main" id="{B1037211-2556-7DAB-42FB-2BF5C809E86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3" name="Freeform 342">
              <a:extLst>
                <a:ext uri="{FF2B5EF4-FFF2-40B4-BE49-F238E27FC236}">
                  <a16:creationId xmlns:a16="http://schemas.microsoft.com/office/drawing/2014/main" id="{2BC74F9E-55C7-6F29-769B-D4FA317D3E28}"/>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4" name="Freeform 343">
              <a:extLst>
                <a:ext uri="{FF2B5EF4-FFF2-40B4-BE49-F238E27FC236}">
                  <a16:creationId xmlns:a16="http://schemas.microsoft.com/office/drawing/2014/main" id="{6EF72278-4B87-5449-2C30-7181EC276680}"/>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5" name="Freeform 344">
              <a:extLst>
                <a:ext uri="{FF2B5EF4-FFF2-40B4-BE49-F238E27FC236}">
                  <a16:creationId xmlns:a16="http://schemas.microsoft.com/office/drawing/2014/main" id="{7EBEFD1C-C52C-3900-FEA5-B2C41E42A56D}"/>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6" name="Freeform 345">
              <a:extLst>
                <a:ext uri="{FF2B5EF4-FFF2-40B4-BE49-F238E27FC236}">
                  <a16:creationId xmlns:a16="http://schemas.microsoft.com/office/drawing/2014/main" id="{C0F47763-199B-F0C6-88FA-98B8092B3F93}"/>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7" name="Freeform 346">
              <a:extLst>
                <a:ext uri="{FF2B5EF4-FFF2-40B4-BE49-F238E27FC236}">
                  <a16:creationId xmlns:a16="http://schemas.microsoft.com/office/drawing/2014/main" id="{22CBF5B6-E514-77D3-F993-6A7FB0CCDB2A}"/>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8" name="Freeform 347">
              <a:extLst>
                <a:ext uri="{FF2B5EF4-FFF2-40B4-BE49-F238E27FC236}">
                  <a16:creationId xmlns:a16="http://schemas.microsoft.com/office/drawing/2014/main" id="{984D48CA-F8FA-98FE-964B-FAF2C3D21213}"/>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9" name="Freeform 348">
              <a:extLst>
                <a:ext uri="{FF2B5EF4-FFF2-40B4-BE49-F238E27FC236}">
                  <a16:creationId xmlns:a16="http://schemas.microsoft.com/office/drawing/2014/main" id="{D84B169E-6F87-E8A6-D898-FBA8DCEC0DE4}"/>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0" name="Freeform 349">
              <a:extLst>
                <a:ext uri="{FF2B5EF4-FFF2-40B4-BE49-F238E27FC236}">
                  <a16:creationId xmlns:a16="http://schemas.microsoft.com/office/drawing/2014/main" id="{BF5E6F0A-15B3-25A9-BCE7-3F5D5EAB637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1" name="Freeform 350">
              <a:extLst>
                <a:ext uri="{FF2B5EF4-FFF2-40B4-BE49-F238E27FC236}">
                  <a16:creationId xmlns:a16="http://schemas.microsoft.com/office/drawing/2014/main" id="{DCF01506-F5CD-0899-9273-D34A8629C62D}"/>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2" name="Freeform 351">
              <a:extLst>
                <a:ext uri="{FF2B5EF4-FFF2-40B4-BE49-F238E27FC236}">
                  <a16:creationId xmlns:a16="http://schemas.microsoft.com/office/drawing/2014/main" id="{AF27294C-D20E-E173-5AF5-50B86A25676F}"/>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3" name="Freeform 352">
              <a:extLst>
                <a:ext uri="{FF2B5EF4-FFF2-40B4-BE49-F238E27FC236}">
                  <a16:creationId xmlns:a16="http://schemas.microsoft.com/office/drawing/2014/main" id="{8C9F3B07-DF49-F6C0-E301-CF1E4BB5A7A7}"/>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4" name="Freeform 353">
              <a:extLst>
                <a:ext uri="{FF2B5EF4-FFF2-40B4-BE49-F238E27FC236}">
                  <a16:creationId xmlns:a16="http://schemas.microsoft.com/office/drawing/2014/main" id="{039831E3-4BB0-C26F-40F5-DBD309B573DC}"/>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5" name="Freeform 354">
              <a:extLst>
                <a:ext uri="{FF2B5EF4-FFF2-40B4-BE49-F238E27FC236}">
                  <a16:creationId xmlns:a16="http://schemas.microsoft.com/office/drawing/2014/main" id="{244C5917-0B09-657A-B602-93DD32892C02}"/>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6" name="Freeform 355">
              <a:extLst>
                <a:ext uri="{FF2B5EF4-FFF2-40B4-BE49-F238E27FC236}">
                  <a16:creationId xmlns:a16="http://schemas.microsoft.com/office/drawing/2014/main" id="{8605C06E-A100-4932-89CF-0C7C9BD5CB36}"/>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54" name="Rectangle 53">
            <a:extLst>
              <a:ext uri="{FF2B5EF4-FFF2-40B4-BE49-F238E27FC236}">
                <a16:creationId xmlns:a16="http://schemas.microsoft.com/office/drawing/2014/main" id="{4223851C-E878-A2D8-EE02-0E275815D0EC}"/>
              </a:ext>
            </a:extLst>
          </p:cNvPr>
          <p:cNvSpPr/>
          <p:nvPr/>
        </p:nvSpPr>
        <p:spPr>
          <a:xfrm>
            <a:off x="-4906" y="0"/>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US" sz="4400" kern="100" dirty="0">
                <a:solidFill>
                  <a:schemeClr val="bg1"/>
                </a:solidFill>
                <a:latin typeface="Courier" pitchFamily="2" charset="0"/>
                <a:ea typeface="Calibri" panose="020F0502020204030204" pitchFamily="34" charset="0"/>
                <a:cs typeface="Times New Roman" panose="02020603050405020304" pitchFamily="18" charset="0"/>
              </a:rPr>
              <a:t>Problem and Solution</a:t>
            </a:r>
            <a:endParaRPr lang="en-US" sz="4400" kern="100" dirty="0">
              <a:solidFill>
                <a:schemeClr val="bg1"/>
              </a:solidFill>
              <a:effectLst/>
              <a:latin typeface="Courier" pitchFamily="2" charset="0"/>
              <a:ea typeface="Calibri" panose="020F0502020204030204" pitchFamily="34" charset="0"/>
              <a:cs typeface="Times New Roman" panose="02020603050405020304" pitchFamily="18" charset="0"/>
            </a:endParaRPr>
          </a:p>
        </p:txBody>
      </p:sp>
      <p:grpSp>
        <p:nvGrpSpPr>
          <p:cNvPr id="357" name="Group 356">
            <a:extLst>
              <a:ext uri="{FF2B5EF4-FFF2-40B4-BE49-F238E27FC236}">
                <a16:creationId xmlns:a16="http://schemas.microsoft.com/office/drawing/2014/main" id="{19BDA309-2B7D-4C7C-A0B8-D7FD3E8B2089}"/>
              </a:ext>
            </a:extLst>
          </p:cNvPr>
          <p:cNvGrpSpPr/>
          <p:nvPr/>
        </p:nvGrpSpPr>
        <p:grpSpPr>
          <a:xfrm>
            <a:off x="8617842" y="6233640"/>
            <a:ext cx="3574157" cy="624362"/>
            <a:chOff x="8617842" y="6233640"/>
            <a:chExt cx="3574157" cy="624362"/>
          </a:xfrm>
        </p:grpSpPr>
        <p:sp>
          <p:nvSpPr>
            <p:cNvPr id="358" name="Rectangle 357">
              <a:extLst>
                <a:ext uri="{FF2B5EF4-FFF2-40B4-BE49-F238E27FC236}">
                  <a16:creationId xmlns:a16="http://schemas.microsoft.com/office/drawing/2014/main" id="{DFCD8E5B-DDF6-80D6-C9A9-B5FA6A5A9AC5}"/>
                </a:ext>
              </a:extLst>
            </p:cNvPr>
            <p:cNvSpPr/>
            <p:nvPr/>
          </p:nvSpPr>
          <p:spPr>
            <a:xfrm>
              <a:off x="8617842" y="6233640"/>
              <a:ext cx="3574157" cy="624362"/>
            </a:xfrm>
            <a:prstGeom prst="rect">
              <a:avLst/>
            </a:prstGeom>
            <a:solidFill>
              <a:srgbClr val="9320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grpSp>
          <p:nvGrpSpPr>
            <p:cNvPr id="359" name="Group 358">
              <a:extLst>
                <a:ext uri="{FF2B5EF4-FFF2-40B4-BE49-F238E27FC236}">
                  <a16:creationId xmlns:a16="http://schemas.microsoft.com/office/drawing/2014/main" id="{7DA71D9A-60FB-92C4-9330-3AB7C0BDC1FD}"/>
                </a:ext>
              </a:extLst>
            </p:cNvPr>
            <p:cNvGrpSpPr/>
            <p:nvPr/>
          </p:nvGrpSpPr>
          <p:grpSpPr>
            <a:xfrm>
              <a:off x="8797456" y="6360215"/>
              <a:ext cx="3287809" cy="395763"/>
              <a:chOff x="8927295" y="6375844"/>
              <a:chExt cx="3157970" cy="380134"/>
            </a:xfrm>
          </p:grpSpPr>
          <p:grpSp>
            <p:nvGrpSpPr>
              <p:cNvPr id="360" name="Group 359">
                <a:extLst>
                  <a:ext uri="{FF2B5EF4-FFF2-40B4-BE49-F238E27FC236}">
                    <a16:creationId xmlns:a16="http://schemas.microsoft.com/office/drawing/2014/main" id="{5856F333-6360-78EF-64C8-7B36EB349A21}"/>
                  </a:ext>
                </a:extLst>
              </p:cNvPr>
              <p:cNvGrpSpPr/>
              <p:nvPr/>
            </p:nvGrpSpPr>
            <p:grpSpPr>
              <a:xfrm>
                <a:off x="8927295" y="6376710"/>
                <a:ext cx="1351683" cy="379268"/>
                <a:chOff x="5243641" y="3189385"/>
                <a:chExt cx="1351683" cy="379268"/>
              </a:xfrm>
              <a:solidFill>
                <a:schemeClr val="bg1">
                  <a:lumMod val="95000"/>
                </a:schemeClr>
              </a:solidFill>
            </p:grpSpPr>
            <p:sp>
              <p:nvSpPr>
                <p:cNvPr id="370" name="Freeform 369">
                  <a:extLst>
                    <a:ext uri="{FF2B5EF4-FFF2-40B4-BE49-F238E27FC236}">
                      <a16:creationId xmlns:a16="http://schemas.microsoft.com/office/drawing/2014/main" id="{32ADE4F2-8199-6700-9EDA-EFC6C6FC6480}"/>
                    </a:ext>
                  </a:extLst>
                </p:cNvPr>
                <p:cNvSpPr/>
                <p:nvPr/>
              </p:nvSpPr>
              <p:spPr>
                <a:xfrm>
                  <a:off x="5243641"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4" y="166255"/>
                        <a:pt x="115166" y="151534"/>
                        <a:pt x="115166" y="120361"/>
                      </a:cubicBezTo>
                      <a:lnTo>
                        <a:pt x="115166" y="95250"/>
                      </a:lnTo>
                      <a:cubicBezTo>
                        <a:pt x="115166" y="71870"/>
                        <a:pt x="109970"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371" name="Freeform 370">
                  <a:extLst>
                    <a:ext uri="{FF2B5EF4-FFF2-40B4-BE49-F238E27FC236}">
                      <a16:creationId xmlns:a16="http://schemas.microsoft.com/office/drawing/2014/main" id="{D921E3EF-4028-3F80-62CB-00F14C07C4C5}"/>
                    </a:ext>
                  </a:extLst>
                </p:cNvPr>
                <p:cNvSpPr/>
                <p:nvPr/>
              </p:nvSpPr>
              <p:spPr>
                <a:xfrm>
                  <a:off x="5460118" y="3195447"/>
                  <a:ext cx="185304" cy="368877"/>
                </a:xfrm>
                <a:custGeom>
                  <a:avLst/>
                  <a:gdLst>
                    <a:gd name="connsiteX0" fmla="*/ 71005 w 185304"/>
                    <a:gd name="connsiteY0" fmla="*/ 207818 h 368877"/>
                    <a:gd name="connsiteX1" fmla="*/ 71005 w 185304"/>
                    <a:gd name="connsiteY1" fmla="*/ 368011 h 368877"/>
                    <a:gd name="connsiteX2" fmla="*/ 0 w 185304"/>
                    <a:gd name="connsiteY2" fmla="*/ 368011 h 368877"/>
                    <a:gd name="connsiteX3" fmla="*/ 0 w 185304"/>
                    <a:gd name="connsiteY3" fmla="*/ 0 h 368877"/>
                    <a:gd name="connsiteX4" fmla="*/ 92652 w 185304"/>
                    <a:gd name="connsiteY4" fmla="*/ 0 h 368877"/>
                    <a:gd name="connsiteX5" fmla="*/ 185305 w 185304"/>
                    <a:gd name="connsiteY5" fmla="*/ 91786 h 368877"/>
                    <a:gd name="connsiteX6" fmla="*/ 185305 w 185304"/>
                    <a:gd name="connsiteY6" fmla="*/ 104775 h 368877"/>
                    <a:gd name="connsiteX7" fmla="*/ 148936 w 185304"/>
                    <a:gd name="connsiteY7" fmla="*/ 180109 h 368877"/>
                    <a:gd name="connsiteX8" fmla="*/ 182707 w 185304"/>
                    <a:gd name="connsiteY8" fmla="*/ 259773 h 368877"/>
                    <a:gd name="connsiteX9" fmla="*/ 185305 w 185304"/>
                    <a:gd name="connsiteY9" fmla="*/ 368877 h 368877"/>
                    <a:gd name="connsiteX10" fmla="*/ 116898 w 185304"/>
                    <a:gd name="connsiteY10" fmla="*/ 368877 h 368877"/>
                    <a:gd name="connsiteX11" fmla="*/ 112568 w 185304"/>
                    <a:gd name="connsiteY11" fmla="*/ 257175 h 368877"/>
                    <a:gd name="connsiteX12" fmla="*/ 80530 w 185304"/>
                    <a:gd name="connsiteY12" fmla="*/ 208684 h 368877"/>
                    <a:gd name="connsiteX13" fmla="*/ 71005 w 185304"/>
                    <a:gd name="connsiteY13" fmla="*/ 208684 h 368877"/>
                    <a:gd name="connsiteX14" fmla="*/ 71870 w 185304"/>
                    <a:gd name="connsiteY14" fmla="*/ 151534 h 368877"/>
                    <a:gd name="connsiteX15" fmla="*/ 80530 w 185304"/>
                    <a:gd name="connsiteY15" fmla="*/ 151534 h 368877"/>
                    <a:gd name="connsiteX16" fmla="*/ 113434 w 185304"/>
                    <a:gd name="connsiteY16" fmla="*/ 109971 h 368877"/>
                    <a:gd name="connsiteX17" fmla="*/ 113434 w 185304"/>
                    <a:gd name="connsiteY17" fmla="*/ 91786 h 368877"/>
                    <a:gd name="connsiteX18" fmla="*/ 82261 w 185304"/>
                    <a:gd name="connsiteY18" fmla="*/ 54552 h 368877"/>
                    <a:gd name="connsiteX19" fmla="*/ 71005 w 185304"/>
                    <a:gd name="connsiteY19" fmla="*/ 54552 h 368877"/>
                    <a:gd name="connsiteX20" fmla="*/ 71005 w 185304"/>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304" h="368877">
                      <a:moveTo>
                        <a:pt x="71005" y="207818"/>
                      </a:moveTo>
                      <a:lnTo>
                        <a:pt x="71005" y="368011"/>
                      </a:lnTo>
                      <a:lnTo>
                        <a:pt x="0" y="368011"/>
                      </a:lnTo>
                      <a:lnTo>
                        <a:pt x="0" y="0"/>
                      </a:lnTo>
                      <a:lnTo>
                        <a:pt x="92652" y="0"/>
                      </a:lnTo>
                      <a:cubicBezTo>
                        <a:pt x="154132" y="0"/>
                        <a:pt x="185305" y="26843"/>
                        <a:pt x="185305" y="91786"/>
                      </a:cubicBezTo>
                      <a:lnTo>
                        <a:pt x="185305" y="104775"/>
                      </a:lnTo>
                      <a:cubicBezTo>
                        <a:pt x="185305" y="157596"/>
                        <a:pt x="164523" y="173182"/>
                        <a:pt x="148936" y="180109"/>
                      </a:cubicBezTo>
                      <a:cubicBezTo>
                        <a:pt x="171450" y="191366"/>
                        <a:pt x="182707" y="207818"/>
                        <a:pt x="182707" y="259773"/>
                      </a:cubicBezTo>
                      <a:cubicBezTo>
                        <a:pt x="182707" y="295275"/>
                        <a:pt x="181841" y="348961"/>
                        <a:pt x="185305" y="368877"/>
                      </a:cubicBezTo>
                      <a:lnTo>
                        <a:pt x="116898" y="368877"/>
                      </a:lnTo>
                      <a:cubicBezTo>
                        <a:pt x="112568" y="352425"/>
                        <a:pt x="112568" y="303934"/>
                        <a:pt x="112568" y="257175"/>
                      </a:cubicBezTo>
                      <a:cubicBezTo>
                        <a:pt x="112568" y="215611"/>
                        <a:pt x="108239" y="208684"/>
                        <a:pt x="80530" y="208684"/>
                      </a:cubicBezTo>
                      <a:lnTo>
                        <a:pt x="71005" y="208684"/>
                      </a:lnTo>
                      <a:close/>
                      <a:moveTo>
                        <a:pt x="71870" y="151534"/>
                      </a:moveTo>
                      <a:lnTo>
                        <a:pt x="80530" y="151534"/>
                      </a:lnTo>
                      <a:cubicBezTo>
                        <a:pt x="103909" y="151534"/>
                        <a:pt x="113434" y="143741"/>
                        <a:pt x="113434" y="109971"/>
                      </a:cubicBezTo>
                      <a:lnTo>
                        <a:pt x="113434" y="91786"/>
                      </a:lnTo>
                      <a:cubicBezTo>
                        <a:pt x="113434" y="66675"/>
                        <a:pt x="108239" y="54552"/>
                        <a:pt x="82261" y="54552"/>
                      </a:cubicBezTo>
                      <a:lnTo>
                        <a:pt x="71005" y="54552"/>
                      </a:lnTo>
                      <a:lnTo>
                        <a:pt x="71005" y="151534"/>
                      </a:lnTo>
                      <a:close/>
                    </a:path>
                  </a:pathLst>
                </a:custGeom>
                <a:grpFill/>
                <a:ln w="8653" cap="flat">
                  <a:noFill/>
                  <a:prstDash val="solid"/>
                  <a:miter/>
                </a:ln>
              </p:spPr>
              <p:txBody>
                <a:bodyPr rtlCol="0" anchor="ctr"/>
                <a:lstStyle/>
                <a:p>
                  <a:endParaRPr lang="en-US"/>
                </a:p>
              </p:txBody>
            </p:sp>
            <p:sp>
              <p:nvSpPr>
                <p:cNvPr id="372" name="Freeform 371">
                  <a:extLst>
                    <a:ext uri="{FF2B5EF4-FFF2-40B4-BE49-F238E27FC236}">
                      <a16:creationId xmlns:a16="http://schemas.microsoft.com/office/drawing/2014/main" id="{ED85AE82-28C0-1AA4-986F-40A07261CDED}"/>
                    </a:ext>
                  </a:extLst>
                </p:cNvPr>
                <p:cNvSpPr/>
                <p:nvPr/>
              </p:nvSpPr>
              <p:spPr>
                <a:xfrm>
                  <a:off x="5676595"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80530" y="60614"/>
                        <a:pt x="71870" y="71005"/>
                        <a:pt x="71870" y="96116"/>
                      </a:cubicBezTo>
                      <a:close/>
                    </a:path>
                  </a:pathLst>
                </a:custGeom>
                <a:grpFill/>
                <a:ln w="8653" cap="flat">
                  <a:noFill/>
                  <a:prstDash val="solid"/>
                  <a:miter/>
                </a:ln>
              </p:spPr>
              <p:txBody>
                <a:bodyPr rtlCol="0" anchor="ctr"/>
                <a:lstStyle/>
                <a:p>
                  <a:endParaRPr lang="en-US"/>
                </a:p>
              </p:txBody>
            </p:sp>
            <p:sp>
              <p:nvSpPr>
                <p:cNvPr id="373" name="Freeform 372">
                  <a:extLst>
                    <a:ext uri="{FF2B5EF4-FFF2-40B4-BE49-F238E27FC236}">
                      <a16:creationId xmlns:a16="http://schemas.microsoft.com/office/drawing/2014/main" id="{99C67954-47FF-8ADA-DF97-1E764BFED99F}"/>
                    </a:ext>
                  </a:extLst>
                </p:cNvPr>
                <p:cNvSpPr/>
                <p:nvPr/>
              </p:nvSpPr>
              <p:spPr>
                <a:xfrm>
                  <a:off x="5884413" y="3194581"/>
                  <a:ext cx="110836" cy="373206"/>
                </a:xfrm>
                <a:custGeom>
                  <a:avLst/>
                  <a:gdLst>
                    <a:gd name="connsiteX0" fmla="*/ 110836 w 110836"/>
                    <a:gd name="connsiteY0" fmla="*/ 277091 h 373206"/>
                    <a:gd name="connsiteX1" fmla="*/ 32039 w 110836"/>
                    <a:gd name="connsiteY1" fmla="*/ 373207 h 373206"/>
                    <a:gd name="connsiteX2" fmla="*/ 0 w 110836"/>
                    <a:gd name="connsiteY2" fmla="*/ 370609 h 373206"/>
                    <a:gd name="connsiteX3" fmla="*/ 0 w 110836"/>
                    <a:gd name="connsiteY3" fmla="*/ 311727 h 373206"/>
                    <a:gd name="connsiteX4" fmla="*/ 15586 w 110836"/>
                    <a:gd name="connsiteY4" fmla="*/ 312593 h 373206"/>
                    <a:gd name="connsiteX5" fmla="*/ 38966 w 110836"/>
                    <a:gd name="connsiteY5" fmla="*/ 284884 h 373206"/>
                    <a:gd name="connsiteX6" fmla="*/ 38966 w 110836"/>
                    <a:gd name="connsiteY6" fmla="*/ 0 h 373206"/>
                    <a:gd name="connsiteX7" fmla="*/ 109970 w 110836"/>
                    <a:gd name="connsiteY7" fmla="*/ 0 h 373206"/>
                    <a:gd name="connsiteX8" fmla="*/ 109970 w 110836"/>
                    <a:gd name="connsiteY8" fmla="*/ 277091 h 37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836" h="373206">
                      <a:moveTo>
                        <a:pt x="110836" y="277091"/>
                      </a:moveTo>
                      <a:cubicBezTo>
                        <a:pt x="110836" y="332509"/>
                        <a:pt x="103909" y="373207"/>
                        <a:pt x="32039" y="373207"/>
                      </a:cubicBezTo>
                      <a:cubicBezTo>
                        <a:pt x="21648" y="373207"/>
                        <a:pt x="7793" y="372341"/>
                        <a:pt x="0" y="370609"/>
                      </a:cubicBezTo>
                      <a:lnTo>
                        <a:pt x="0" y="311727"/>
                      </a:lnTo>
                      <a:cubicBezTo>
                        <a:pt x="3464" y="311727"/>
                        <a:pt x="9525" y="312593"/>
                        <a:pt x="15586" y="312593"/>
                      </a:cubicBezTo>
                      <a:cubicBezTo>
                        <a:pt x="33770" y="312593"/>
                        <a:pt x="38966" y="306532"/>
                        <a:pt x="38966" y="284884"/>
                      </a:cubicBezTo>
                      <a:lnTo>
                        <a:pt x="38966" y="0"/>
                      </a:lnTo>
                      <a:lnTo>
                        <a:pt x="109970" y="0"/>
                      </a:lnTo>
                      <a:lnTo>
                        <a:pt x="109970" y="277091"/>
                      </a:lnTo>
                      <a:close/>
                    </a:path>
                  </a:pathLst>
                </a:custGeom>
                <a:grpFill/>
                <a:ln w="8653" cap="flat">
                  <a:noFill/>
                  <a:prstDash val="solid"/>
                  <a:miter/>
                </a:ln>
              </p:spPr>
              <p:txBody>
                <a:bodyPr rtlCol="0" anchor="ctr"/>
                <a:lstStyle/>
                <a:p>
                  <a:endParaRPr lang="en-US"/>
                </a:p>
              </p:txBody>
            </p:sp>
            <p:sp>
              <p:nvSpPr>
                <p:cNvPr id="374" name="Freeform 373">
                  <a:extLst>
                    <a:ext uri="{FF2B5EF4-FFF2-40B4-BE49-F238E27FC236}">
                      <a16:creationId xmlns:a16="http://schemas.microsoft.com/office/drawing/2014/main" id="{48E14CC9-779E-2C86-D769-97717146A2C1}"/>
                    </a:ext>
                  </a:extLst>
                </p:cNvPr>
                <p:cNvSpPr/>
                <p:nvPr/>
              </p:nvSpPr>
              <p:spPr>
                <a:xfrm>
                  <a:off x="6035081" y="3195447"/>
                  <a:ext cx="160193" cy="368011"/>
                </a:xfrm>
                <a:custGeom>
                  <a:avLst/>
                  <a:gdLst>
                    <a:gd name="connsiteX0" fmla="*/ 147205 w 160193"/>
                    <a:gd name="connsiteY0" fmla="*/ 205221 h 368011"/>
                    <a:gd name="connsiteX1" fmla="*/ 71005 w 160193"/>
                    <a:gd name="connsiteY1" fmla="*/ 205221 h 368011"/>
                    <a:gd name="connsiteX2" fmla="*/ 71005 w 160193"/>
                    <a:gd name="connsiteY2" fmla="*/ 305666 h 368011"/>
                    <a:gd name="connsiteX3" fmla="*/ 160193 w 160193"/>
                    <a:gd name="connsiteY3" fmla="*/ 305666 h 368011"/>
                    <a:gd name="connsiteX4" fmla="*/ 151534 w 160193"/>
                    <a:gd name="connsiteY4" fmla="*/ 368011 h 368011"/>
                    <a:gd name="connsiteX5" fmla="*/ 0 w 160193"/>
                    <a:gd name="connsiteY5" fmla="*/ 368011 h 368011"/>
                    <a:gd name="connsiteX6" fmla="*/ 0 w 160193"/>
                    <a:gd name="connsiteY6" fmla="*/ 0 h 368011"/>
                    <a:gd name="connsiteX7" fmla="*/ 150668 w 160193"/>
                    <a:gd name="connsiteY7" fmla="*/ 0 h 368011"/>
                    <a:gd name="connsiteX8" fmla="*/ 150668 w 160193"/>
                    <a:gd name="connsiteY8" fmla="*/ 62346 h 368011"/>
                    <a:gd name="connsiteX9" fmla="*/ 71005 w 160193"/>
                    <a:gd name="connsiteY9" fmla="*/ 62346 h 368011"/>
                    <a:gd name="connsiteX10" fmla="*/ 71005 w 160193"/>
                    <a:gd name="connsiteY10" fmla="*/ 142875 h 368011"/>
                    <a:gd name="connsiteX11" fmla="*/ 147205 w 160193"/>
                    <a:gd name="connsiteY11" fmla="*/ 142875 h 368011"/>
                    <a:gd name="connsiteX12" fmla="*/ 147205 w 160193"/>
                    <a:gd name="connsiteY12" fmla="*/ 205221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93" h="368011">
                      <a:moveTo>
                        <a:pt x="147205" y="205221"/>
                      </a:moveTo>
                      <a:lnTo>
                        <a:pt x="71005" y="205221"/>
                      </a:lnTo>
                      <a:lnTo>
                        <a:pt x="71005" y="305666"/>
                      </a:lnTo>
                      <a:lnTo>
                        <a:pt x="160193" y="305666"/>
                      </a:lnTo>
                      <a:lnTo>
                        <a:pt x="151534" y="368011"/>
                      </a:lnTo>
                      <a:lnTo>
                        <a:pt x="0" y="368011"/>
                      </a:lnTo>
                      <a:lnTo>
                        <a:pt x="0" y="0"/>
                      </a:lnTo>
                      <a:lnTo>
                        <a:pt x="150668" y="0"/>
                      </a:lnTo>
                      <a:lnTo>
                        <a:pt x="150668" y="62346"/>
                      </a:lnTo>
                      <a:lnTo>
                        <a:pt x="71005" y="62346"/>
                      </a:lnTo>
                      <a:lnTo>
                        <a:pt x="71005" y="142875"/>
                      </a:lnTo>
                      <a:lnTo>
                        <a:pt x="147205" y="142875"/>
                      </a:lnTo>
                      <a:lnTo>
                        <a:pt x="147205" y="205221"/>
                      </a:lnTo>
                      <a:close/>
                    </a:path>
                  </a:pathLst>
                </a:custGeom>
                <a:grpFill/>
                <a:ln w="8653" cap="flat">
                  <a:noFill/>
                  <a:prstDash val="solid"/>
                  <a:miter/>
                </a:ln>
              </p:spPr>
              <p:txBody>
                <a:bodyPr rtlCol="0" anchor="ctr"/>
                <a:lstStyle/>
                <a:p>
                  <a:endParaRPr lang="en-US"/>
                </a:p>
              </p:txBody>
            </p:sp>
            <p:sp>
              <p:nvSpPr>
                <p:cNvPr id="375" name="Freeform 374">
                  <a:extLst>
                    <a:ext uri="{FF2B5EF4-FFF2-40B4-BE49-F238E27FC236}">
                      <a16:creationId xmlns:a16="http://schemas.microsoft.com/office/drawing/2014/main" id="{91D9619A-4119-6662-C6B7-1446768FE8E8}"/>
                    </a:ext>
                  </a:extLst>
                </p:cNvPr>
                <p:cNvSpPr/>
                <p:nvPr/>
              </p:nvSpPr>
              <p:spPr>
                <a:xfrm>
                  <a:off x="6218654" y="3189385"/>
                  <a:ext cx="181840" cy="379268"/>
                </a:xfrm>
                <a:custGeom>
                  <a:avLst/>
                  <a:gdLst>
                    <a:gd name="connsiteX0" fmla="*/ 181841 w 181840"/>
                    <a:gd name="connsiteY0" fmla="*/ 253711 h 379268"/>
                    <a:gd name="connsiteX1" fmla="*/ 181841 w 181840"/>
                    <a:gd name="connsiteY1" fmla="*/ 273627 h 379268"/>
                    <a:gd name="connsiteX2" fmla="*/ 89189 w 181840"/>
                    <a:gd name="connsiteY2" fmla="*/ 379268 h 379268"/>
                    <a:gd name="connsiteX3" fmla="*/ 0 w 181840"/>
                    <a:gd name="connsiteY3" fmla="*/ 277957 h 379268"/>
                    <a:gd name="connsiteX4" fmla="*/ 0 w 181840"/>
                    <a:gd name="connsiteY4" fmla="*/ 97848 h 379268"/>
                    <a:gd name="connsiteX5" fmla="*/ 90920 w 181840"/>
                    <a:gd name="connsiteY5" fmla="*/ 0 h 379268"/>
                    <a:gd name="connsiteX6" fmla="*/ 180975 w 181840"/>
                    <a:gd name="connsiteY6" fmla="*/ 99580 h 379268"/>
                    <a:gd name="connsiteX7" fmla="*/ 180975 w 181840"/>
                    <a:gd name="connsiteY7" fmla="*/ 122959 h 379268"/>
                    <a:gd name="connsiteX8" fmla="*/ 109971 w 181840"/>
                    <a:gd name="connsiteY8" fmla="*/ 122959 h 379268"/>
                    <a:gd name="connsiteX9" fmla="*/ 109971 w 181840"/>
                    <a:gd name="connsiteY9" fmla="*/ 91786 h 379268"/>
                    <a:gd name="connsiteX10" fmla="*/ 90920 w 181840"/>
                    <a:gd name="connsiteY10" fmla="*/ 61480 h 379268"/>
                    <a:gd name="connsiteX11" fmla="*/ 71871 w 181840"/>
                    <a:gd name="connsiteY11" fmla="*/ 91786 h 379268"/>
                    <a:gd name="connsiteX12" fmla="*/ 71871 w 181840"/>
                    <a:gd name="connsiteY12" fmla="*/ 286616 h 379268"/>
                    <a:gd name="connsiteX13" fmla="*/ 90920 w 181840"/>
                    <a:gd name="connsiteY13" fmla="*/ 319521 h 379268"/>
                    <a:gd name="connsiteX14" fmla="*/ 110837 w 181840"/>
                    <a:gd name="connsiteY14" fmla="*/ 284884 h 379268"/>
                    <a:gd name="connsiteX15" fmla="*/ 110837 w 181840"/>
                    <a:gd name="connsiteY15" fmla="*/ 253711 h 379268"/>
                    <a:gd name="connsiteX16" fmla="*/ 181841 w 181840"/>
                    <a:gd name="connsiteY16" fmla="*/ 253711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1840" h="379268">
                      <a:moveTo>
                        <a:pt x="181841" y="253711"/>
                      </a:moveTo>
                      <a:lnTo>
                        <a:pt x="181841" y="273627"/>
                      </a:lnTo>
                      <a:cubicBezTo>
                        <a:pt x="181841" y="320386"/>
                        <a:pt x="173182" y="379268"/>
                        <a:pt x="89189" y="379268"/>
                      </a:cubicBezTo>
                      <a:cubicBezTo>
                        <a:pt x="26843" y="379268"/>
                        <a:pt x="0" y="346364"/>
                        <a:pt x="0" y="277957"/>
                      </a:cubicBezTo>
                      <a:lnTo>
                        <a:pt x="0" y="97848"/>
                      </a:lnTo>
                      <a:cubicBezTo>
                        <a:pt x="0" y="33771"/>
                        <a:pt x="32039" y="0"/>
                        <a:pt x="90920" y="0"/>
                      </a:cubicBezTo>
                      <a:cubicBezTo>
                        <a:pt x="168852" y="0"/>
                        <a:pt x="180975" y="51089"/>
                        <a:pt x="180975" y="99580"/>
                      </a:cubicBezTo>
                      <a:lnTo>
                        <a:pt x="180975" y="122959"/>
                      </a:lnTo>
                      <a:lnTo>
                        <a:pt x="109971" y="122959"/>
                      </a:lnTo>
                      <a:lnTo>
                        <a:pt x="109971" y="91786"/>
                      </a:lnTo>
                      <a:cubicBezTo>
                        <a:pt x="109971" y="71870"/>
                        <a:pt x="105641" y="61480"/>
                        <a:pt x="90920" y="61480"/>
                      </a:cubicBezTo>
                      <a:cubicBezTo>
                        <a:pt x="76200" y="61480"/>
                        <a:pt x="71871" y="71005"/>
                        <a:pt x="71871" y="91786"/>
                      </a:cubicBezTo>
                      <a:lnTo>
                        <a:pt x="71871" y="286616"/>
                      </a:lnTo>
                      <a:cubicBezTo>
                        <a:pt x="71871" y="306532"/>
                        <a:pt x="75334" y="319521"/>
                        <a:pt x="90920" y="319521"/>
                      </a:cubicBezTo>
                      <a:cubicBezTo>
                        <a:pt x="106507" y="319521"/>
                        <a:pt x="110837" y="308264"/>
                        <a:pt x="110837" y="284884"/>
                      </a:cubicBezTo>
                      <a:lnTo>
                        <a:pt x="110837" y="253711"/>
                      </a:lnTo>
                      <a:lnTo>
                        <a:pt x="181841" y="253711"/>
                      </a:lnTo>
                      <a:close/>
                    </a:path>
                  </a:pathLst>
                </a:custGeom>
                <a:grpFill/>
                <a:ln w="8653" cap="flat">
                  <a:noFill/>
                  <a:prstDash val="solid"/>
                  <a:miter/>
                </a:ln>
              </p:spPr>
              <p:txBody>
                <a:bodyPr rtlCol="0" anchor="ctr"/>
                <a:lstStyle/>
                <a:p>
                  <a:endParaRPr lang="en-US"/>
                </a:p>
              </p:txBody>
            </p:sp>
            <p:sp>
              <p:nvSpPr>
                <p:cNvPr id="376" name="Freeform 375">
                  <a:extLst>
                    <a:ext uri="{FF2B5EF4-FFF2-40B4-BE49-F238E27FC236}">
                      <a16:creationId xmlns:a16="http://schemas.microsoft.com/office/drawing/2014/main" id="{27EDEB54-F964-D416-2875-519C6EDAD86B}"/>
                    </a:ext>
                  </a:extLst>
                </p:cNvPr>
                <p:cNvSpPr/>
                <p:nvPr/>
              </p:nvSpPr>
              <p:spPr>
                <a:xfrm>
                  <a:off x="6416947" y="3194581"/>
                  <a:ext cx="178377" cy="368011"/>
                </a:xfrm>
                <a:custGeom>
                  <a:avLst/>
                  <a:gdLst>
                    <a:gd name="connsiteX0" fmla="*/ 53686 w 178377"/>
                    <a:gd name="connsiteY0" fmla="*/ 62345 h 368011"/>
                    <a:gd name="connsiteX1" fmla="*/ 0 w 178377"/>
                    <a:gd name="connsiteY1" fmla="*/ 62345 h 368011"/>
                    <a:gd name="connsiteX2" fmla="*/ 0 w 178377"/>
                    <a:gd name="connsiteY2" fmla="*/ 0 h 368011"/>
                    <a:gd name="connsiteX3" fmla="*/ 178377 w 178377"/>
                    <a:gd name="connsiteY3" fmla="*/ 0 h 368011"/>
                    <a:gd name="connsiteX4" fmla="*/ 178377 w 178377"/>
                    <a:gd name="connsiteY4" fmla="*/ 62345 h 368011"/>
                    <a:gd name="connsiteX5" fmla="*/ 124691 w 178377"/>
                    <a:gd name="connsiteY5" fmla="*/ 62345 h 368011"/>
                    <a:gd name="connsiteX6" fmla="*/ 124691 w 178377"/>
                    <a:gd name="connsiteY6" fmla="*/ 368011 h 368011"/>
                    <a:gd name="connsiteX7" fmla="*/ 53686 w 178377"/>
                    <a:gd name="connsiteY7" fmla="*/ 368011 h 368011"/>
                    <a:gd name="connsiteX8" fmla="*/ 53686 w 178377"/>
                    <a:gd name="connsiteY8" fmla="*/ 6234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77" h="368011">
                      <a:moveTo>
                        <a:pt x="53686" y="62345"/>
                      </a:moveTo>
                      <a:lnTo>
                        <a:pt x="0" y="62345"/>
                      </a:lnTo>
                      <a:lnTo>
                        <a:pt x="0" y="0"/>
                      </a:lnTo>
                      <a:lnTo>
                        <a:pt x="178377" y="0"/>
                      </a:lnTo>
                      <a:lnTo>
                        <a:pt x="178377" y="62345"/>
                      </a:lnTo>
                      <a:lnTo>
                        <a:pt x="124691" y="62345"/>
                      </a:lnTo>
                      <a:lnTo>
                        <a:pt x="124691" y="368011"/>
                      </a:lnTo>
                      <a:lnTo>
                        <a:pt x="53686" y="368011"/>
                      </a:lnTo>
                      <a:lnTo>
                        <a:pt x="53686" y="62345"/>
                      </a:lnTo>
                      <a:close/>
                    </a:path>
                  </a:pathLst>
                </a:custGeom>
                <a:grpFill/>
                <a:ln w="8653" cap="flat">
                  <a:noFill/>
                  <a:prstDash val="solid"/>
                  <a:miter/>
                </a:ln>
              </p:spPr>
              <p:txBody>
                <a:bodyPr rtlCol="0" anchor="ctr"/>
                <a:lstStyle/>
                <a:p>
                  <a:endParaRPr lang="en-US"/>
                </a:p>
              </p:txBody>
            </p:sp>
          </p:grpSp>
          <p:grpSp>
            <p:nvGrpSpPr>
              <p:cNvPr id="361" name="Group 360">
                <a:extLst>
                  <a:ext uri="{FF2B5EF4-FFF2-40B4-BE49-F238E27FC236}">
                    <a16:creationId xmlns:a16="http://schemas.microsoft.com/office/drawing/2014/main" id="{D74ECD0E-01E9-0F31-3AB9-A5463C88B591}"/>
                  </a:ext>
                </a:extLst>
              </p:cNvPr>
              <p:cNvGrpSpPr/>
              <p:nvPr/>
            </p:nvGrpSpPr>
            <p:grpSpPr>
              <a:xfrm>
                <a:off x="10392413" y="6375844"/>
                <a:ext cx="1692852" cy="380134"/>
                <a:chOff x="6708759" y="3188519"/>
                <a:chExt cx="1692852" cy="380134"/>
              </a:xfrm>
              <a:solidFill>
                <a:schemeClr val="bg1">
                  <a:lumMod val="95000"/>
                  <a:alpha val="75000"/>
                </a:schemeClr>
              </a:solidFill>
            </p:grpSpPr>
            <p:sp>
              <p:nvSpPr>
                <p:cNvPr id="362" name="Freeform 361">
                  <a:extLst>
                    <a:ext uri="{FF2B5EF4-FFF2-40B4-BE49-F238E27FC236}">
                      <a16:creationId xmlns:a16="http://schemas.microsoft.com/office/drawing/2014/main" id="{208B0797-A4AB-C2D5-A9FD-112C1F2C57BB}"/>
                    </a:ext>
                  </a:extLst>
                </p:cNvPr>
                <p:cNvSpPr/>
                <p:nvPr/>
              </p:nvSpPr>
              <p:spPr>
                <a:xfrm>
                  <a:off x="670875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363" name="Freeform 362">
                  <a:extLst>
                    <a:ext uri="{FF2B5EF4-FFF2-40B4-BE49-F238E27FC236}">
                      <a16:creationId xmlns:a16="http://schemas.microsoft.com/office/drawing/2014/main" id="{2B8361DC-C060-EF45-EDEF-E47848352C30}"/>
                    </a:ext>
                  </a:extLst>
                </p:cNvPr>
                <p:cNvSpPr/>
                <p:nvPr/>
              </p:nvSpPr>
              <p:spPr>
                <a:xfrm>
                  <a:off x="6925236" y="3195447"/>
                  <a:ext cx="184438" cy="368877"/>
                </a:xfrm>
                <a:custGeom>
                  <a:avLst/>
                  <a:gdLst>
                    <a:gd name="connsiteX0" fmla="*/ 71005 w 184438"/>
                    <a:gd name="connsiteY0" fmla="*/ 207818 h 368877"/>
                    <a:gd name="connsiteX1" fmla="*/ 71005 w 184438"/>
                    <a:gd name="connsiteY1" fmla="*/ 368011 h 368877"/>
                    <a:gd name="connsiteX2" fmla="*/ 0 w 184438"/>
                    <a:gd name="connsiteY2" fmla="*/ 368011 h 368877"/>
                    <a:gd name="connsiteX3" fmla="*/ 0 w 184438"/>
                    <a:gd name="connsiteY3" fmla="*/ 0 h 368877"/>
                    <a:gd name="connsiteX4" fmla="*/ 91786 w 184438"/>
                    <a:gd name="connsiteY4" fmla="*/ 0 h 368877"/>
                    <a:gd name="connsiteX5" fmla="*/ 184439 w 184438"/>
                    <a:gd name="connsiteY5" fmla="*/ 91786 h 368877"/>
                    <a:gd name="connsiteX6" fmla="*/ 184439 w 184438"/>
                    <a:gd name="connsiteY6" fmla="*/ 104775 h 368877"/>
                    <a:gd name="connsiteX7" fmla="*/ 148071 w 184438"/>
                    <a:gd name="connsiteY7" fmla="*/ 180109 h 368877"/>
                    <a:gd name="connsiteX8" fmla="*/ 181841 w 184438"/>
                    <a:gd name="connsiteY8" fmla="*/ 259773 h 368877"/>
                    <a:gd name="connsiteX9" fmla="*/ 184439 w 184438"/>
                    <a:gd name="connsiteY9" fmla="*/ 368877 h 368877"/>
                    <a:gd name="connsiteX10" fmla="*/ 116032 w 184438"/>
                    <a:gd name="connsiteY10" fmla="*/ 368877 h 368877"/>
                    <a:gd name="connsiteX11" fmla="*/ 111702 w 184438"/>
                    <a:gd name="connsiteY11" fmla="*/ 257175 h 368877"/>
                    <a:gd name="connsiteX12" fmla="*/ 79664 w 184438"/>
                    <a:gd name="connsiteY12" fmla="*/ 208684 h 368877"/>
                    <a:gd name="connsiteX13" fmla="*/ 71005 w 184438"/>
                    <a:gd name="connsiteY13" fmla="*/ 208684 h 368877"/>
                    <a:gd name="connsiteX14" fmla="*/ 71005 w 184438"/>
                    <a:gd name="connsiteY14" fmla="*/ 151534 h 368877"/>
                    <a:gd name="connsiteX15" fmla="*/ 79664 w 184438"/>
                    <a:gd name="connsiteY15" fmla="*/ 151534 h 368877"/>
                    <a:gd name="connsiteX16" fmla="*/ 112568 w 184438"/>
                    <a:gd name="connsiteY16" fmla="*/ 109971 h 368877"/>
                    <a:gd name="connsiteX17" fmla="*/ 112568 w 184438"/>
                    <a:gd name="connsiteY17" fmla="*/ 91786 h 368877"/>
                    <a:gd name="connsiteX18" fmla="*/ 81395 w 184438"/>
                    <a:gd name="connsiteY18" fmla="*/ 54552 h 368877"/>
                    <a:gd name="connsiteX19" fmla="*/ 70139 w 184438"/>
                    <a:gd name="connsiteY19" fmla="*/ 54552 h 368877"/>
                    <a:gd name="connsiteX20" fmla="*/ 70139 w 184438"/>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4438" h="368877">
                      <a:moveTo>
                        <a:pt x="71005" y="207818"/>
                      </a:moveTo>
                      <a:lnTo>
                        <a:pt x="71005" y="368011"/>
                      </a:lnTo>
                      <a:lnTo>
                        <a:pt x="0" y="368011"/>
                      </a:lnTo>
                      <a:lnTo>
                        <a:pt x="0" y="0"/>
                      </a:lnTo>
                      <a:lnTo>
                        <a:pt x="91786" y="0"/>
                      </a:lnTo>
                      <a:cubicBezTo>
                        <a:pt x="153266" y="0"/>
                        <a:pt x="184439" y="26843"/>
                        <a:pt x="184439" y="91786"/>
                      </a:cubicBezTo>
                      <a:lnTo>
                        <a:pt x="184439" y="104775"/>
                      </a:lnTo>
                      <a:cubicBezTo>
                        <a:pt x="184439" y="157596"/>
                        <a:pt x="163657" y="173182"/>
                        <a:pt x="148071" y="180109"/>
                      </a:cubicBezTo>
                      <a:cubicBezTo>
                        <a:pt x="170584" y="191366"/>
                        <a:pt x="181841" y="207818"/>
                        <a:pt x="181841" y="259773"/>
                      </a:cubicBezTo>
                      <a:cubicBezTo>
                        <a:pt x="181841" y="295275"/>
                        <a:pt x="180975" y="348961"/>
                        <a:pt x="184439" y="368877"/>
                      </a:cubicBezTo>
                      <a:lnTo>
                        <a:pt x="116032" y="368877"/>
                      </a:lnTo>
                      <a:cubicBezTo>
                        <a:pt x="111702" y="352425"/>
                        <a:pt x="111702" y="303934"/>
                        <a:pt x="111702" y="257175"/>
                      </a:cubicBezTo>
                      <a:cubicBezTo>
                        <a:pt x="111702" y="215611"/>
                        <a:pt x="107373" y="208684"/>
                        <a:pt x="79664" y="208684"/>
                      </a:cubicBezTo>
                      <a:lnTo>
                        <a:pt x="71005" y="208684"/>
                      </a:lnTo>
                      <a:close/>
                      <a:moveTo>
                        <a:pt x="71005" y="151534"/>
                      </a:moveTo>
                      <a:lnTo>
                        <a:pt x="79664" y="151534"/>
                      </a:lnTo>
                      <a:cubicBezTo>
                        <a:pt x="103043" y="151534"/>
                        <a:pt x="112568" y="143741"/>
                        <a:pt x="112568" y="109971"/>
                      </a:cubicBezTo>
                      <a:lnTo>
                        <a:pt x="112568" y="91786"/>
                      </a:lnTo>
                      <a:cubicBezTo>
                        <a:pt x="112568" y="66675"/>
                        <a:pt x="107373" y="54552"/>
                        <a:pt x="81395" y="54552"/>
                      </a:cubicBezTo>
                      <a:lnTo>
                        <a:pt x="70139" y="54552"/>
                      </a:lnTo>
                      <a:lnTo>
                        <a:pt x="70139" y="151534"/>
                      </a:lnTo>
                      <a:close/>
                    </a:path>
                  </a:pathLst>
                </a:custGeom>
                <a:grpFill/>
                <a:ln w="8653" cap="flat">
                  <a:noFill/>
                  <a:prstDash val="solid"/>
                  <a:miter/>
                </a:ln>
              </p:spPr>
              <p:txBody>
                <a:bodyPr rtlCol="0" anchor="ctr"/>
                <a:lstStyle/>
                <a:p>
                  <a:endParaRPr lang="en-US"/>
                </a:p>
              </p:txBody>
            </p:sp>
            <p:sp>
              <p:nvSpPr>
                <p:cNvPr id="364" name="Freeform 363">
                  <a:extLst>
                    <a:ext uri="{FF2B5EF4-FFF2-40B4-BE49-F238E27FC236}">
                      <a16:creationId xmlns:a16="http://schemas.microsoft.com/office/drawing/2014/main" id="{1A7988A4-68D4-C19C-4373-0CCF7DA42609}"/>
                    </a:ext>
                  </a:extLst>
                </p:cNvPr>
                <p:cNvSpPr/>
                <p:nvPr/>
              </p:nvSpPr>
              <p:spPr>
                <a:xfrm>
                  <a:off x="7141713"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30"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79664" y="60614"/>
                        <a:pt x="71870" y="71005"/>
                        <a:pt x="71870" y="96116"/>
                      </a:cubicBezTo>
                      <a:close/>
                    </a:path>
                  </a:pathLst>
                </a:custGeom>
                <a:grpFill/>
                <a:ln w="8653" cap="flat">
                  <a:noFill/>
                  <a:prstDash val="solid"/>
                  <a:miter/>
                </a:ln>
              </p:spPr>
              <p:txBody>
                <a:bodyPr rtlCol="0" anchor="ctr"/>
                <a:lstStyle/>
                <a:p>
                  <a:endParaRPr lang="en-US"/>
                </a:p>
              </p:txBody>
            </p:sp>
            <p:sp>
              <p:nvSpPr>
                <p:cNvPr id="365" name="Freeform 364">
                  <a:extLst>
                    <a:ext uri="{FF2B5EF4-FFF2-40B4-BE49-F238E27FC236}">
                      <a16:creationId xmlns:a16="http://schemas.microsoft.com/office/drawing/2014/main" id="{B5659109-0DCC-22D9-7FB4-D4E3FF86C1C2}"/>
                    </a:ext>
                  </a:extLst>
                </p:cNvPr>
                <p:cNvSpPr/>
                <p:nvPr/>
              </p:nvSpPr>
              <p:spPr>
                <a:xfrm>
                  <a:off x="737117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endParaRPr lang="en-US"/>
                </a:p>
              </p:txBody>
            </p:sp>
            <p:sp>
              <p:nvSpPr>
                <p:cNvPr id="366" name="Freeform 365">
                  <a:extLst>
                    <a:ext uri="{FF2B5EF4-FFF2-40B4-BE49-F238E27FC236}">
                      <a16:creationId xmlns:a16="http://schemas.microsoft.com/office/drawing/2014/main" id="{664A4480-B2E4-6E66-5EFE-01CCA5A2860E}"/>
                    </a:ext>
                  </a:extLst>
                </p:cNvPr>
                <p:cNvSpPr/>
                <p:nvPr/>
              </p:nvSpPr>
              <p:spPr>
                <a:xfrm>
                  <a:off x="7585059"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3" y="318655"/>
                        <a:pt x="95250" y="318655"/>
                      </a:cubicBezTo>
                      <a:cubicBezTo>
                        <a:pt x="111702" y="318655"/>
                        <a:pt x="119495" y="308264"/>
                        <a:pt x="119495" y="284018"/>
                      </a:cubicBezTo>
                      <a:lnTo>
                        <a:pt x="119495" y="95250"/>
                      </a:lnTo>
                      <a:cubicBezTo>
                        <a:pt x="119495" y="71870"/>
                        <a:pt x="113434" y="60614"/>
                        <a:pt x="95250" y="60614"/>
                      </a:cubicBezTo>
                      <a:cubicBezTo>
                        <a:pt x="80529" y="60614"/>
                        <a:pt x="71870" y="71005"/>
                        <a:pt x="71870" y="96116"/>
                      </a:cubicBezTo>
                      <a:close/>
                    </a:path>
                  </a:pathLst>
                </a:custGeom>
                <a:grpFill/>
                <a:ln w="8653" cap="flat">
                  <a:noFill/>
                  <a:prstDash val="solid"/>
                  <a:miter/>
                </a:ln>
              </p:spPr>
              <p:txBody>
                <a:bodyPr rtlCol="0" anchor="ctr"/>
                <a:lstStyle/>
                <a:p>
                  <a:endParaRPr lang="en-US"/>
                </a:p>
              </p:txBody>
            </p:sp>
            <p:sp>
              <p:nvSpPr>
                <p:cNvPr id="367" name="Freeform 366">
                  <a:extLst>
                    <a:ext uri="{FF2B5EF4-FFF2-40B4-BE49-F238E27FC236}">
                      <a16:creationId xmlns:a16="http://schemas.microsoft.com/office/drawing/2014/main" id="{B105E9C8-7D38-DB41-0F10-636BC9EEA9F1}"/>
                    </a:ext>
                  </a:extLst>
                </p:cNvPr>
                <p:cNvSpPr/>
                <p:nvPr/>
              </p:nvSpPr>
              <p:spPr>
                <a:xfrm>
                  <a:off x="7805866" y="3188519"/>
                  <a:ext cx="182706" cy="379268"/>
                </a:xfrm>
                <a:custGeom>
                  <a:avLst/>
                  <a:gdLst>
                    <a:gd name="connsiteX0" fmla="*/ 68407 w 182706"/>
                    <a:gd name="connsiteY0" fmla="*/ 260639 h 379268"/>
                    <a:gd name="connsiteX1" fmla="*/ 68407 w 182706"/>
                    <a:gd name="connsiteY1" fmla="*/ 285750 h 379268"/>
                    <a:gd name="connsiteX2" fmla="*/ 90920 w 182706"/>
                    <a:gd name="connsiteY2" fmla="*/ 321252 h 379268"/>
                    <a:gd name="connsiteX3" fmla="*/ 110836 w 182706"/>
                    <a:gd name="connsiteY3" fmla="*/ 287482 h 379268"/>
                    <a:gd name="connsiteX4" fmla="*/ 66675 w 182706"/>
                    <a:gd name="connsiteY4" fmla="*/ 211282 h 379268"/>
                    <a:gd name="connsiteX5" fmla="*/ 3464 w 182706"/>
                    <a:gd name="connsiteY5" fmla="*/ 101311 h 379268"/>
                    <a:gd name="connsiteX6" fmla="*/ 90920 w 182706"/>
                    <a:gd name="connsiteY6" fmla="*/ 0 h 379268"/>
                    <a:gd name="connsiteX7" fmla="*/ 175779 w 182706"/>
                    <a:gd name="connsiteY7" fmla="*/ 92652 h 379268"/>
                    <a:gd name="connsiteX8" fmla="*/ 175779 w 182706"/>
                    <a:gd name="connsiteY8" fmla="*/ 113434 h 379268"/>
                    <a:gd name="connsiteX9" fmla="*/ 109104 w 182706"/>
                    <a:gd name="connsiteY9" fmla="*/ 113434 h 379268"/>
                    <a:gd name="connsiteX10" fmla="*/ 109104 w 182706"/>
                    <a:gd name="connsiteY10" fmla="*/ 91786 h 379268"/>
                    <a:gd name="connsiteX11" fmla="*/ 91786 w 182706"/>
                    <a:gd name="connsiteY11" fmla="*/ 58016 h 379268"/>
                    <a:gd name="connsiteX12" fmla="*/ 74468 w 182706"/>
                    <a:gd name="connsiteY12" fmla="*/ 90054 h 379268"/>
                    <a:gd name="connsiteX13" fmla="*/ 109104 w 182706"/>
                    <a:gd name="connsiteY13" fmla="*/ 147205 h 379268"/>
                    <a:gd name="connsiteX14" fmla="*/ 182707 w 182706"/>
                    <a:gd name="connsiteY14" fmla="*/ 274493 h 379268"/>
                    <a:gd name="connsiteX15" fmla="*/ 90055 w 182706"/>
                    <a:gd name="connsiteY15" fmla="*/ 379268 h 379268"/>
                    <a:gd name="connsiteX16" fmla="*/ 0 w 182706"/>
                    <a:gd name="connsiteY16" fmla="*/ 282286 h 379268"/>
                    <a:gd name="connsiteX17" fmla="*/ 0 w 182706"/>
                    <a:gd name="connsiteY17" fmla="*/ 260639 h 379268"/>
                    <a:gd name="connsiteX18" fmla="*/ 68407 w 182706"/>
                    <a:gd name="connsiteY18" fmla="*/ 260639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706" h="379268">
                      <a:moveTo>
                        <a:pt x="68407" y="260639"/>
                      </a:moveTo>
                      <a:lnTo>
                        <a:pt x="68407" y="285750"/>
                      </a:lnTo>
                      <a:cubicBezTo>
                        <a:pt x="68407" y="309995"/>
                        <a:pt x="74468" y="321252"/>
                        <a:pt x="90920" y="321252"/>
                      </a:cubicBezTo>
                      <a:cubicBezTo>
                        <a:pt x="107373" y="321252"/>
                        <a:pt x="110836" y="304800"/>
                        <a:pt x="110836" y="287482"/>
                      </a:cubicBezTo>
                      <a:cubicBezTo>
                        <a:pt x="110836" y="252845"/>
                        <a:pt x="103909" y="242455"/>
                        <a:pt x="66675" y="211282"/>
                      </a:cubicBezTo>
                      <a:cubicBezTo>
                        <a:pt x="25111" y="175779"/>
                        <a:pt x="3464" y="154998"/>
                        <a:pt x="3464" y="101311"/>
                      </a:cubicBezTo>
                      <a:cubicBezTo>
                        <a:pt x="3464" y="48491"/>
                        <a:pt x="20782" y="0"/>
                        <a:pt x="90920" y="0"/>
                      </a:cubicBezTo>
                      <a:cubicBezTo>
                        <a:pt x="165388" y="0"/>
                        <a:pt x="175779" y="50223"/>
                        <a:pt x="175779" y="92652"/>
                      </a:cubicBezTo>
                      <a:lnTo>
                        <a:pt x="175779" y="113434"/>
                      </a:lnTo>
                      <a:lnTo>
                        <a:pt x="109104" y="113434"/>
                      </a:lnTo>
                      <a:lnTo>
                        <a:pt x="109104" y="91786"/>
                      </a:lnTo>
                      <a:cubicBezTo>
                        <a:pt x="109104" y="69273"/>
                        <a:pt x="105641" y="58016"/>
                        <a:pt x="91786" y="58016"/>
                      </a:cubicBezTo>
                      <a:cubicBezTo>
                        <a:pt x="78798" y="58016"/>
                        <a:pt x="74468" y="69273"/>
                        <a:pt x="74468" y="90054"/>
                      </a:cubicBezTo>
                      <a:cubicBezTo>
                        <a:pt x="74468" y="112568"/>
                        <a:pt x="78798" y="122959"/>
                        <a:pt x="109104" y="147205"/>
                      </a:cubicBezTo>
                      <a:cubicBezTo>
                        <a:pt x="163657" y="189634"/>
                        <a:pt x="182707" y="213880"/>
                        <a:pt x="182707" y="274493"/>
                      </a:cubicBezTo>
                      <a:cubicBezTo>
                        <a:pt x="182707" y="332509"/>
                        <a:pt x="162791" y="379268"/>
                        <a:pt x="90055" y="379268"/>
                      </a:cubicBezTo>
                      <a:cubicBezTo>
                        <a:pt x="19916" y="379268"/>
                        <a:pt x="0" y="336839"/>
                        <a:pt x="0" y="282286"/>
                      </a:cubicBezTo>
                      <a:lnTo>
                        <a:pt x="0" y="260639"/>
                      </a:lnTo>
                      <a:lnTo>
                        <a:pt x="68407" y="260639"/>
                      </a:lnTo>
                      <a:close/>
                    </a:path>
                  </a:pathLst>
                </a:custGeom>
                <a:grpFill/>
                <a:ln w="8653" cap="flat">
                  <a:noFill/>
                  <a:prstDash val="solid"/>
                  <a:miter/>
                </a:ln>
              </p:spPr>
              <p:txBody>
                <a:bodyPr rtlCol="0" anchor="ctr"/>
                <a:lstStyle/>
                <a:p>
                  <a:endParaRPr lang="en-US"/>
                </a:p>
              </p:txBody>
            </p:sp>
            <p:sp>
              <p:nvSpPr>
                <p:cNvPr id="368" name="Freeform 367">
                  <a:extLst>
                    <a:ext uri="{FF2B5EF4-FFF2-40B4-BE49-F238E27FC236}">
                      <a16:creationId xmlns:a16="http://schemas.microsoft.com/office/drawing/2014/main" id="{28D1FD0E-4D80-417A-5DAD-B4DA6E1347E6}"/>
                    </a:ext>
                  </a:extLst>
                </p:cNvPr>
                <p:cNvSpPr/>
                <p:nvPr/>
              </p:nvSpPr>
              <p:spPr>
                <a:xfrm>
                  <a:off x="8006757" y="3194581"/>
                  <a:ext cx="211281" cy="368011"/>
                </a:xfrm>
                <a:custGeom>
                  <a:avLst/>
                  <a:gdLst>
                    <a:gd name="connsiteX0" fmla="*/ 80530 w 211281"/>
                    <a:gd name="connsiteY0" fmla="*/ 280555 h 368011"/>
                    <a:gd name="connsiteX1" fmla="*/ 71871 w 211281"/>
                    <a:gd name="connsiteY1" fmla="*/ 368011 h 368011"/>
                    <a:gd name="connsiteX2" fmla="*/ 0 w 211281"/>
                    <a:gd name="connsiteY2" fmla="*/ 368011 h 368011"/>
                    <a:gd name="connsiteX3" fmla="*/ 51955 w 211281"/>
                    <a:gd name="connsiteY3" fmla="*/ 0 h 368011"/>
                    <a:gd name="connsiteX4" fmla="*/ 157596 w 211281"/>
                    <a:gd name="connsiteY4" fmla="*/ 0 h 368011"/>
                    <a:gd name="connsiteX5" fmla="*/ 211282 w 211281"/>
                    <a:gd name="connsiteY5" fmla="*/ 368011 h 368011"/>
                    <a:gd name="connsiteX6" fmla="*/ 137680 w 211281"/>
                    <a:gd name="connsiteY6" fmla="*/ 368011 h 368011"/>
                    <a:gd name="connsiteX7" fmla="*/ 127289 w 211281"/>
                    <a:gd name="connsiteY7" fmla="*/ 280555 h 368011"/>
                    <a:gd name="connsiteX8" fmla="*/ 80530 w 211281"/>
                    <a:gd name="connsiteY8" fmla="*/ 280555 h 368011"/>
                    <a:gd name="connsiteX9" fmla="*/ 120361 w 211281"/>
                    <a:gd name="connsiteY9" fmla="*/ 218209 h 368011"/>
                    <a:gd name="connsiteX10" fmla="*/ 103909 w 211281"/>
                    <a:gd name="connsiteY10" fmla="*/ 64077 h 368011"/>
                    <a:gd name="connsiteX11" fmla="*/ 101311 w 211281"/>
                    <a:gd name="connsiteY11" fmla="*/ 64077 h 368011"/>
                    <a:gd name="connsiteX12" fmla="*/ 86591 w 211281"/>
                    <a:gd name="connsiteY12" fmla="*/ 218209 h 368011"/>
                    <a:gd name="connsiteX13" fmla="*/ 120361 w 211281"/>
                    <a:gd name="connsiteY13" fmla="*/ 218209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281" h="368011">
                      <a:moveTo>
                        <a:pt x="80530" y="280555"/>
                      </a:moveTo>
                      <a:lnTo>
                        <a:pt x="71871" y="368011"/>
                      </a:lnTo>
                      <a:lnTo>
                        <a:pt x="0" y="368011"/>
                      </a:lnTo>
                      <a:lnTo>
                        <a:pt x="51955" y="0"/>
                      </a:lnTo>
                      <a:lnTo>
                        <a:pt x="157596" y="0"/>
                      </a:lnTo>
                      <a:lnTo>
                        <a:pt x="211282" y="368011"/>
                      </a:lnTo>
                      <a:lnTo>
                        <a:pt x="137680" y="368011"/>
                      </a:lnTo>
                      <a:lnTo>
                        <a:pt x="127289" y="280555"/>
                      </a:lnTo>
                      <a:lnTo>
                        <a:pt x="80530" y="280555"/>
                      </a:lnTo>
                      <a:close/>
                      <a:moveTo>
                        <a:pt x="120361" y="218209"/>
                      </a:moveTo>
                      <a:cubicBezTo>
                        <a:pt x="115166" y="171450"/>
                        <a:pt x="107373" y="99580"/>
                        <a:pt x="103909" y="64077"/>
                      </a:cubicBezTo>
                      <a:lnTo>
                        <a:pt x="101311" y="64077"/>
                      </a:lnTo>
                      <a:cubicBezTo>
                        <a:pt x="100446" y="90054"/>
                        <a:pt x="90920" y="172316"/>
                        <a:pt x="86591" y="218209"/>
                      </a:cubicBezTo>
                      <a:lnTo>
                        <a:pt x="120361" y="218209"/>
                      </a:lnTo>
                      <a:close/>
                    </a:path>
                  </a:pathLst>
                </a:custGeom>
                <a:grpFill/>
                <a:ln w="8653" cap="flat">
                  <a:noFill/>
                  <a:prstDash val="solid"/>
                  <a:miter/>
                </a:ln>
              </p:spPr>
              <p:txBody>
                <a:bodyPr rtlCol="0" anchor="ctr"/>
                <a:lstStyle/>
                <a:p>
                  <a:endParaRPr lang="en-US"/>
                </a:p>
              </p:txBody>
            </p:sp>
            <p:sp>
              <p:nvSpPr>
                <p:cNvPr id="369" name="Freeform 368">
                  <a:extLst>
                    <a:ext uri="{FF2B5EF4-FFF2-40B4-BE49-F238E27FC236}">
                      <a16:creationId xmlns:a16="http://schemas.microsoft.com/office/drawing/2014/main" id="{B9656B28-D9C4-B6F5-94B4-4D1C8753AEBF}"/>
                    </a:ext>
                  </a:extLst>
                </p:cNvPr>
                <p:cNvSpPr/>
                <p:nvPr/>
              </p:nvSpPr>
              <p:spPr>
                <a:xfrm>
                  <a:off x="8242284" y="3194581"/>
                  <a:ext cx="159327" cy="368877"/>
                </a:xfrm>
                <a:custGeom>
                  <a:avLst/>
                  <a:gdLst>
                    <a:gd name="connsiteX0" fmla="*/ 0 w 159327"/>
                    <a:gd name="connsiteY0" fmla="*/ 0 h 368877"/>
                    <a:gd name="connsiteX1" fmla="*/ 71004 w 159327"/>
                    <a:gd name="connsiteY1" fmla="*/ 0 h 368877"/>
                    <a:gd name="connsiteX2" fmla="*/ 71004 w 159327"/>
                    <a:gd name="connsiteY2" fmla="*/ 306532 h 368877"/>
                    <a:gd name="connsiteX3" fmla="*/ 159327 w 159327"/>
                    <a:gd name="connsiteY3" fmla="*/ 306532 h 368877"/>
                    <a:gd name="connsiteX4" fmla="*/ 153266 w 159327"/>
                    <a:gd name="connsiteY4" fmla="*/ 368877 h 368877"/>
                    <a:gd name="connsiteX5" fmla="*/ 0 w 159327"/>
                    <a:gd name="connsiteY5" fmla="*/ 368877 h 368877"/>
                    <a:gd name="connsiteX6" fmla="*/ 0 w 159327"/>
                    <a:gd name="connsiteY6" fmla="*/ 0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27" h="368877">
                      <a:moveTo>
                        <a:pt x="0" y="0"/>
                      </a:moveTo>
                      <a:lnTo>
                        <a:pt x="71004" y="0"/>
                      </a:lnTo>
                      <a:lnTo>
                        <a:pt x="71004" y="306532"/>
                      </a:lnTo>
                      <a:lnTo>
                        <a:pt x="159327" y="306532"/>
                      </a:lnTo>
                      <a:lnTo>
                        <a:pt x="153266" y="368877"/>
                      </a:lnTo>
                      <a:lnTo>
                        <a:pt x="0" y="368877"/>
                      </a:lnTo>
                      <a:lnTo>
                        <a:pt x="0" y="0"/>
                      </a:lnTo>
                      <a:close/>
                    </a:path>
                  </a:pathLst>
                </a:custGeom>
                <a:grpFill/>
                <a:ln w="8653" cap="flat">
                  <a:noFill/>
                  <a:prstDash val="solid"/>
                  <a:miter/>
                </a:ln>
              </p:spPr>
              <p:txBody>
                <a:bodyPr rtlCol="0" anchor="ctr"/>
                <a:lstStyle/>
                <a:p>
                  <a:endParaRPr lang="en-US"/>
                </a:p>
              </p:txBody>
            </p:sp>
          </p:grpSp>
        </p:grpSp>
      </p:grpSp>
      <p:sp>
        <p:nvSpPr>
          <p:cNvPr id="3" name="Rounded Rectangle 2">
            <a:extLst>
              <a:ext uri="{FF2B5EF4-FFF2-40B4-BE49-F238E27FC236}">
                <a16:creationId xmlns:a16="http://schemas.microsoft.com/office/drawing/2014/main" id="{CF793D94-37FC-5112-2108-511AA4DBAF96}"/>
              </a:ext>
            </a:extLst>
          </p:cNvPr>
          <p:cNvSpPr/>
          <p:nvPr/>
        </p:nvSpPr>
        <p:spPr>
          <a:xfrm>
            <a:off x="182960" y="839650"/>
            <a:ext cx="7382176" cy="2462784"/>
          </a:xfrm>
          <a:prstGeom prst="roundRect">
            <a:avLst>
              <a:gd name="adj" fmla="val 4775"/>
            </a:avLst>
          </a:prstGeom>
          <a:solidFill>
            <a:srgbClr val="E7E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8F5ED9DF-9FF2-985E-2900-64B546CFE817}"/>
              </a:ext>
            </a:extLst>
          </p:cNvPr>
          <p:cNvSpPr/>
          <p:nvPr/>
        </p:nvSpPr>
        <p:spPr>
          <a:xfrm>
            <a:off x="306917" y="894944"/>
            <a:ext cx="3247051"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200" dirty="0">
                <a:solidFill>
                  <a:srgbClr val="E85028"/>
                </a:solidFill>
                <a:latin typeface="Courier" pitchFamily="2" charset="0"/>
                <a:ea typeface="Times New Roman" panose="02020603050405020304" pitchFamily="18" charset="0"/>
                <a:cs typeface="Times New Roman" panose="02020603050405020304" pitchFamily="18" charset="0"/>
              </a:rPr>
              <a:t>T</a:t>
            </a:r>
            <a:r>
              <a:rPr lang="en-US" sz="3200" dirty="0">
                <a:solidFill>
                  <a:srgbClr val="E85028"/>
                </a:solidFill>
                <a:effectLst/>
                <a:latin typeface="Courier" pitchFamily="2" charset="0"/>
                <a:ea typeface="Times New Roman" panose="02020603050405020304" pitchFamily="18" charset="0"/>
                <a:cs typeface="Times New Roman" panose="02020603050405020304" pitchFamily="18" charset="0"/>
              </a:rPr>
              <a:t>he </a:t>
            </a:r>
            <a:r>
              <a:rPr lang="en-US" sz="3200" dirty="0">
                <a:solidFill>
                  <a:srgbClr val="E85028"/>
                </a:solidFill>
                <a:latin typeface="Courier" pitchFamily="2" charset="0"/>
                <a:ea typeface="Times New Roman" panose="02020603050405020304" pitchFamily="18" charset="0"/>
                <a:cs typeface="Times New Roman" panose="02020603050405020304" pitchFamily="18" charset="0"/>
              </a:rPr>
              <a:t>P</a:t>
            </a:r>
            <a:r>
              <a:rPr lang="en-US" sz="3200" dirty="0">
                <a:solidFill>
                  <a:srgbClr val="E85028"/>
                </a:solidFill>
                <a:effectLst/>
                <a:latin typeface="Courier" pitchFamily="2" charset="0"/>
                <a:ea typeface="Times New Roman" panose="02020603050405020304" pitchFamily="18" charset="0"/>
                <a:cs typeface="Times New Roman" panose="02020603050405020304" pitchFamily="18" charset="0"/>
              </a:rPr>
              <a:t>roblem</a:t>
            </a:r>
            <a:endParaRPr lang="en-US" sz="3200" dirty="0">
              <a:solidFill>
                <a:srgbClr val="E85028"/>
              </a:solidFill>
              <a:latin typeface="Courier" pitchFamily="2" charset="0"/>
            </a:endParaRPr>
          </a:p>
        </p:txBody>
      </p:sp>
      <p:sp>
        <p:nvSpPr>
          <p:cNvPr id="5" name="Rectangle 4">
            <a:extLst>
              <a:ext uri="{FF2B5EF4-FFF2-40B4-BE49-F238E27FC236}">
                <a16:creationId xmlns:a16="http://schemas.microsoft.com/office/drawing/2014/main" id="{4296C814-DB3D-F1DB-53B8-B5E735DC47F7}"/>
              </a:ext>
            </a:extLst>
          </p:cNvPr>
          <p:cNvSpPr/>
          <p:nvPr/>
        </p:nvSpPr>
        <p:spPr>
          <a:xfrm>
            <a:off x="306917" y="1355285"/>
            <a:ext cx="7093627" cy="1814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lvl="0" eaLnBrk="0" fontAlgn="base" hangingPunct="0">
              <a:spcBef>
                <a:spcPct val="0"/>
              </a:spcBef>
              <a:spcAft>
                <a:spcPct val="0"/>
              </a:spcAft>
              <a:buFontTx/>
              <a:buChar char="•"/>
            </a:pPr>
            <a:r>
              <a:rPr lang="en-US" sz="2000" dirty="0">
                <a:solidFill>
                  <a:schemeClr val="tx1"/>
                </a:solidFill>
              </a:rPr>
              <a:t>High Grocery Costs for Individuals</a:t>
            </a:r>
          </a:p>
          <a:p>
            <a:pPr lvl="0" eaLnBrk="0" fontAlgn="base" hangingPunct="0">
              <a:spcBef>
                <a:spcPct val="0"/>
              </a:spcBef>
              <a:spcAft>
                <a:spcPct val="0"/>
              </a:spcAft>
              <a:buFontTx/>
              <a:buChar char="•"/>
            </a:pPr>
            <a:r>
              <a:rPr lang="en-US" sz="2000" dirty="0">
                <a:solidFill>
                  <a:schemeClr val="tx1"/>
                </a:solidFill>
              </a:rPr>
              <a:t>Lack of a Group Buying Platform</a:t>
            </a:r>
          </a:p>
          <a:p>
            <a:pPr lvl="0" eaLnBrk="0" fontAlgn="base" hangingPunct="0">
              <a:spcBef>
                <a:spcPct val="0"/>
              </a:spcBef>
              <a:spcAft>
                <a:spcPct val="0"/>
              </a:spcAft>
              <a:buFontTx/>
              <a:buChar char="•"/>
            </a:pPr>
            <a:r>
              <a:rPr lang="en-US" sz="2000" dirty="0">
                <a:solidFill>
                  <a:schemeClr val="tx1"/>
                </a:solidFill>
              </a:rPr>
              <a:t>Vendor Inefficiencies</a:t>
            </a:r>
          </a:p>
          <a:p>
            <a:pPr lvl="0" eaLnBrk="0" fontAlgn="base" hangingPunct="0">
              <a:spcBef>
                <a:spcPct val="0"/>
              </a:spcBef>
              <a:spcAft>
                <a:spcPct val="0"/>
              </a:spcAft>
              <a:buFontTx/>
              <a:buChar char="•"/>
            </a:pPr>
            <a:r>
              <a:rPr lang="en-US" sz="2000" dirty="0">
                <a:solidFill>
                  <a:schemeClr val="tx1"/>
                </a:solidFill>
              </a:rPr>
              <a:t>Logistical Challenges</a:t>
            </a:r>
          </a:p>
          <a:p>
            <a:pPr lvl="0" eaLnBrk="0" fontAlgn="base" hangingPunct="0">
              <a:spcBef>
                <a:spcPct val="0"/>
              </a:spcBef>
              <a:spcAft>
                <a:spcPct val="0"/>
              </a:spcAft>
              <a:buFontTx/>
              <a:buChar char="•"/>
            </a:pPr>
            <a:r>
              <a:rPr lang="en-US" sz="2000" dirty="0">
                <a:solidFill>
                  <a:schemeClr val="tx1"/>
                </a:solidFill>
              </a:rPr>
              <a:t>Trust &amp; Adoption Issues</a:t>
            </a:r>
          </a:p>
        </p:txBody>
      </p:sp>
      <p:sp>
        <p:nvSpPr>
          <p:cNvPr id="7" name="Rounded Rectangle 6">
            <a:extLst>
              <a:ext uri="{FF2B5EF4-FFF2-40B4-BE49-F238E27FC236}">
                <a16:creationId xmlns:a16="http://schemas.microsoft.com/office/drawing/2014/main" id="{3BAEBB3E-3EA1-45D4-4C45-89F21A704655}"/>
              </a:ext>
            </a:extLst>
          </p:cNvPr>
          <p:cNvSpPr/>
          <p:nvPr/>
        </p:nvSpPr>
        <p:spPr>
          <a:xfrm>
            <a:off x="879621" y="3621024"/>
            <a:ext cx="7382176" cy="2462784"/>
          </a:xfrm>
          <a:prstGeom prst="roundRect">
            <a:avLst>
              <a:gd name="adj" fmla="val 4280"/>
            </a:avLst>
          </a:prstGeom>
          <a:solidFill>
            <a:srgbClr val="F3F5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E241A89-E290-45D0-0062-6826951558A9}"/>
              </a:ext>
            </a:extLst>
          </p:cNvPr>
          <p:cNvSpPr/>
          <p:nvPr/>
        </p:nvSpPr>
        <p:spPr>
          <a:xfrm>
            <a:off x="1044533" y="3676318"/>
            <a:ext cx="3247051"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200" dirty="0">
                <a:solidFill>
                  <a:srgbClr val="932004"/>
                </a:solidFill>
                <a:latin typeface="Courier" pitchFamily="2" charset="0"/>
                <a:ea typeface="Times New Roman" panose="02020603050405020304" pitchFamily="18" charset="0"/>
                <a:cs typeface="Times New Roman" panose="02020603050405020304" pitchFamily="18" charset="0"/>
              </a:rPr>
              <a:t>T</a:t>
            </a:r>
            <a:r>
              <a:rPr lang="en-US" sz="3200" dirty="0">
                <a:solidFill>
                  <a:srgbClr val="932004"/>
                </a:solidFill>
                <a:effectLst/>
                <a:latin typeface="Courier" pitchFamily="2" charset="0"/>
                <a:ea typeface="Times New Roman" panose="02020603050405020304" pitchFamily="18" charset="0"/>
                <a:cs typeface="Times New Roman" panose="02020603050405020304" pitchFamily="18" charset="0"/>
              </a:rPr>
              <a:t>he </a:t>
            </a:r>
            <a:r>
              <a:rPr lang="en-US" sz="3200" dirty="0">
                <a:solidFill>
                  <a:srgbClr val="932004"/>
                </a:solidFill>
                <a:latin typeface="Courier" pitchFamily="2" charset="0"/>
                <a:ea typeface="Times New Roman" panose="02020603050405020304" pitchFamily="18" charset="0"/>
                <a:cs typeface="Times New Roman" panose="02020603050405020304" pitchFamily="18" charset="0"/>
              </a:rPr>
              <a:t>S</a:t>
            </a:r>
            <a:r>
              <a:rPr lang="en-US" sz="3200" dirty="0">
                <a:solidFill>
                  <a:srgbClr val="932004"/>
                </a:solidFill>
                <a:effectLst/>
                <a:latin typeface="Courier" pitchFamily="2" charset="0"/>
                <a:ea typeface="Times New Roman" panose="02020603050405020304" pitchFamily="18" charset="0"/>
                <a:cs typeface="Times New Roman" panose="02020603050405020304" pitchFamily="18" charset="0"/>
              </a:rPr>
              <a:t>olution</a:t>
            </a:r>
            <a:endParaRPr lang="en-US" sz="3200" dirty="0">
              <a:solidFill>
                <a:srgbClr val="932004"/>
              </a:solidFill>
              <a:latin typeface="Courier" pitchFamily="2" charset="0"/>
            </a:endParaRPr>
          </a:p>
        </p:txBody>
      </p:sp>
      <p:sp>
        <p:nvSpPr>
          <p:cNvPr id="9" name="Rectangle 8">
            <a:extLst>
              <a:ext uri="{FF2B5EF4-FFF2-40B4-BE49-F238E27FC236}">
                <a16:creationId xmlns:a16="http://schemas.microsoft.com/office/drawing/2014/main" id="{B754942C-8E7E-7775-261F-61A0AC13F1E5}"/>
              </a:ext>
            </a:extLst>
          </p:cNvPr>
          <p:cNvSpPr/>
          <p:nvPr/>
        </p:nvSpPr>
        <p:spPr>
          <a:xfrm>
            <a:off x="1771755" y="8681765"/>
            <a:ext cx="4924380" cy="1814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1600" dirty="0">
              <a:solidFill>
                <a:schemeClr val="tx1"/>
              </a:solidFill>
            </a:endParaRPr>
          </a:p>
        </p:txBody>
      </p:sp>
      <p:sp>
        <p:nvSpPr>
          <p:cNvPr id="13" name="Rectangle 2">
            <a:extLst>
              <a:ext uri="{FF2B5EF4-FFF2-40B4-BE49-F238E27FC236}">
                <a16:creationId xmlns:a16="http://schemas.microsoft.com/office/drawing/2014/main" id="{697258FD-B2E0-7BD7-976B-F42496A6FB25}"/>
              </a:ext>
            </a:extLst>
          </p:cNvPr>
          <p:cNvSpPr>
            <a:spLocks noChangeArrowheads="1"/>
          </p:cNvSpPr>
          <p:nvPr/>
        </p:nvSpPr>
        <p:spPr bwMode="auto">
          <a:xfrm>
            <a:off x="879621" y="4113753"/>
            <a:ext cx="70720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Bulk Ordering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Vendor Onboarding and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Logistics and Delivery Solutions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Technology Platform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Community Engagement and Marketing. </a:t>
            </a:r>
          </a:p>
        </p:txBody>
      </p:sp>
    </p:spTree>
    <p:extLst>
      <p:ext uri="{BB962C8B-B14F-4D97-AF65-F5344CB8AC3E}">
        <p14:creationId xmlns:p14="http://schemas.microsoft.com/office/powerpoint/2010/main" val="251309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8847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40C067E-83DC-4745-077F-DD9793A2899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189280" y="1906"/>
            <a:ext cx="5002719" cy="6858000"/>
          </a:xfrm>
          <a:prstGeom prst="rect">
            <a:avLst/>
          </a:prstGeom>
        </p:spPr>
      </p:pic>
      <p:grpSp>
        <p:nvGrpSpPr>
          <p:cNvPr id="236" name="Group 235">
            <a:extLst>
              <a:ext uri="{FF2B5EF4-FFF2-40B4-BE49-F238E27FC236}">
                <a16:creationId xmlns:a16="http://schemas.microsoft.com/office/drawing/2014/main" id="{10B5A3AB-03B5-77ED-F39C-927215A0F19E}"/>
              </a:ext>
            </a:extLst>
          </p:cNvPr>
          <p:cNvGrpSpPr/>
          <p:nvPr/>
        </p:nvGrpSpPr>
        <p:grpSpPr>
          <a:xfrm>
            <a:off x="10319546" y="61137"/>
            <a:ext cx="1813078" cy="1709844"/>
            <a:chOff x="4301836" y="1542184"/>
            <a:chExt cx="4242954" cy="4001365"/>
          </a:xfrm>
          <a:solidFill>
            <a:srgbClr val="E7E9DE"/>
          </a:solidFill>
        </p:grpSpPr>
        <p:sp>
          <p:nvSpPr>
            <p:cNvPr id="237" name="Freeform 236">
              <a:extLst>
                <a:ext uri="{FF2B5EF4-FFF2-40B4-BE49-F238E27FC236}">
                  <a16:creationId xmlns:a16="http://schemas.microsoft.com/office/drawing/2014/main" id="{BD84C56A-F042-EE73-4E0B-A358DB218CBB}"/>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8" name="Freeform 237">
              <a:extLst>
                <a:ext uri="{FF2B5EF4-FFF2-40B4-BE49-F238E27FC236}">
                  <a16:creationId xmlns:a16="http://schemas.microsoft.com/office/drawing/2014/main" id="{FDF8CD7E-091F-7926-814E-592652579955}"/>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9" name="Freeform 238">
              <a:extLst>
                <a:ext uri="{FF2B5EF4-FFF2-40B4-BE49-F238E27FC236}">
                  <a16:creationId xmlns:a16="http://schemas.microsoft.com/office/drawing/2014/main" id="{2DBA7BA2-1F68-99E2-1279-62AC03267214}"/>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0" name="Freeform 239">
              <a:extLst>
                <a:ext uri="{FF2B5EF4-FFF2-40B4-BE49-F238E27FC236}">
                  <a16:creationId xmlns:a16="http://schemas.microsoft.com/office/drawing/2014/main" id="{EC240A43-6E2D-AA6A-6724-7BF2068BCFB7}"/>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1" name="Freeform 240">
              <a:extLst>
                <a:ext uri="{FF2B5EF4-FFF2-40B4-BE49-F238E27FC236}">
                  <a16:creationId xmlns:a16="http://schemas.microsoft.com/office/drawing/2014/main" id="{6971448E-BB26-406D-E010-A2D2E527ED44}"/>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2" name="Freeform 241">
              <a:extLst>
                <a:ext uri="{FF2B5EF4-FFF2-40B4-BE49-F238E27FC236}">
                  <a16:creationId xmlns:a16="http://schemas.microsoft.com/office/drawing/2014/main" id="{09E75F49-4E23-C2E3-EC9B-819C14FC8C68}"/>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3" name="Freeform 242">
              <a:extLst>
                <a:ext uri="{FF2B5EF4-FFF2-40B4-BE49-F238E27FC236}">
                  <a16:creationId xmlns:a16="http://schemas.microsoft.com/office/drawing/2014/main" id="{0A6A138A-DCE5-DAFF-D56E-C04D63A60B1D}"/>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4" name="Freeform 243">
              <a:extLst>
                <a:ext uri="{FF2B5EF4-FFF2-40B4-BE49-F238E27FC236}">
                  <a16:creationId xmlns:a16="http://schemas.microsoft.com/office/drawing/2014/main" id="{BD4633A2-2313-7864-0C11-C3AEDFA4C6AF}"/>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5" name="Freeform 244">
              <a:extLst>
                <a:ext uri="{FF2B5EF4-FFF2-40B4-BE49-F238E27FC236}">
                  <a16:creationId xmlns:a16="http://schemas.microsoft.com/office/drawing/2014/main" id="{DAD41457-1D3E-C8DC-14F1-717C1CF6D6EB}"/>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6" name="Freeform 245">
              <a:extLst>
                <a:ext uri="{FF2B5EF4-FFF2-40B4-BE49-F238E27FC236}">
                  <a16:creationId xmlns:a16="http://schemas.microsoft.com/office/drawing/2014/main" id="{48E4DEDC-3B0B-0EA7-DE68-241B4C442572}"/>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7" name="Freeform 246">
              <a:extLst>
                <a:ext uri="{FF2B5EF4-FFF2-40B4-BE49-F238E27FC236}">
                  <a16:creationId xmlns:a16="http://schemas.microsoft.com/office/drawing/2014/main" id="{9BABEA62-8ACE-BAFB-8DB2-270DBC83E062}"/>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8" name="Freeform 247">
              <a:extLst>
                <a:ext uri="{FF2B5EF4-FFF2-40B4-BE49-F238E27FC236}">
                  <a16:creationId xmlns:a16="http://schemas.microsoft.com/office/drawing/2014/main" id="{DF7E48CC-5E0C-0097-58B1-88D1F09FD314}"/>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9" name="Freeform 248">
              <a:extLst>
                <a:ext uri="{FF2B5EF4-FFF2-40B4-BE49-F238E27FC236}">
                  <a16:creationId xmlns:a16="http://schemas.microsoft.com/office/drawing/2014/main" id="{9C98DC0C-DF6B-39B5-647A-B41B7B396DFC}"/>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0" name="Freeform 249">
              <a:extLst>
                <a:ext uri="{FF2B5EF4-FFF2-40B4-BE49-F238E27FC236}">
                  <a16:creationId xmlns:a16="http://schemas.microsoft.com/office/drawing/2014/main" id="{F1849816-E409-49C5-B631-0CF3AD4E933A}"/>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1" name="Freeform 250">
              <a:extLst>
                <a:ext uri="{FF2B5EF4-FFF2-40B4-BE49-F238E27FC236}">
                  <a16:creationId xmlns:a16="http://schemas.microsoft.com/office/drawing/2014/main" id="{0241EC9C-3D11-1F1E-D2B4-F95863E76C90}"/>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2" name="Freeform 251">
              <a:extLst>
                <a:ext uri="{FF2B5EF4-FFF2-40B4-BE49-F238E27FC236}">
                  <a16:creationId xmlns:a16="http://schemas.microsoft.com/office/drawing/2014/main" id="{84ED6301-5EF1-C30F-1F5E-FC0AD7132154}"/>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3" name="Freeform 252">
              <a:extLst>
                <a:ext uri="{FF2B5EF4-FFF2-40B4-BE49-F238E27FC236}">
                  <a16:creationId xmlns:a16="http://schemas.microsoft.com/office/drawing/2014/main" id="{E3AB267A-418E-2B5D-2267-7A7272E0480B}"/>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4" name="Freeform 253">
              <a:extLst>
                <a:ext uri="{FF2B5EF4-FFF2-40B4-BE49-F238E27FC236}">
                  <a16:creationId xmlns:a16="http://schemas.microsoft.com/office/drawing/2014/main" id="{55702E0F-E751-5FB8-B297-4FBB79642332}"/>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5" name="Freeform 254">
              <a:extLst>
                <a:ext uri="{FF2B5EF4-FFF2-40B4-BE49-F238E27FC236}">
                  <a16:creationId xmlns:a16="http://schemas.microsoft.com/office/drawing/2014/main" id="{7E060CE4-895B-E949-411A-EF5CA1EE9EA3}"/>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6" name="Freeform 255">
              <a:extLst>
                <a:ext uri="{FF2B5EF4-FFF2-40B4-BE49-F238E27FC236}">
                  <a16:creationId xmlns:a16="http://schemas.microsoft.com/office/drawing/2014/main" id="{18B99D08-E07F-8CBD-AD72-687357A58EEA}"/>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7" name="Freeform 256">
              <a:extLst>
                <a:ext uri="{FF2B5EF4-FFF2-40B4-BE49-F238E27FC236}">
                  <a16:creationId xmlns:a16="http://schemas.microsoft.com/office/drawing/2014/main" id="{F51742BF-23A7-3EA6-C49C-4A2057DD9D89}"/>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8" name="Freeform 257">
              <a:extLst>
                <a:ext uri="{FF2B5EF4-FFF2-40B4-BE49-F238E27FC236}">
                  <a16:creationId xmlns:a16="http://schemas.microsoft.com/office/drawing/2014/main" id="{68C6335E-ABFE-8086-E812-D0A37C759FB8}"/>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9" name="Freeform 258">
              <a:extLst>
                <a:ext uri="{FF2B5EF4-FFF2-40B4-BE49-F238E27FC236}">
                  <a16:creationId xmlns:a16="http://schemas.microsoft.com/office/drawing/2014/main" id="{6B878EFF-F62D-04D4-DA52-4966367B531A}"/>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0" name="Freeform 259">
              <a:extLst>
                <a:ext uri="{FF2B5EF4-FFF2-40B4-BE49-F238E27FC236}">
                  <a16:creationId xmlns:a16="http://schemas.microsoft.com/office/drawing/2014/main" id="{D6369E9E-CA4F-4994-3F72-B0167B8F8DE9}"/>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1" name="Freeform 260">
              <a:extLst>
                <a:ext uri="{FF2B5EF4-FFF2-40B4-BE49-F238E27FC236}">
                  <a16:creationId xmlns:a16="http://schemas.microsoft.com/office/drawing/2014/main" id="{4BB00891-F425-7068-1B87-DDAAD57CB790}"/>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2" name="Freeform 261">
              <a:extLst>
                <a:ext uri="{FF2B5EF4-FFF2-40B4-BE49-F238E27FC236}">
                  <a16:creationId xmlns:a16="http://schemas.microsoft.com/office/drawing/2014/main" id="{36D5B81D-E328-B87D-977E-A2F88AF50DC2}"/>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3" name="Freeform 262">
              <a:extLst>
                <a:ext uri="{FF2B5EF4-FFF2-40B4-BE49-F238E27FC236}">
                  <a16:creationId xmlns:a16="http://schemas.microsoft.com/office/drawing/2014/main" id="{3B0DA2C5-0418-38AC-F806-509B4C96E897}"/>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4" name="Freeform 263">
              <a:extLst>
                <a:ext uri="{FF2B5EF4-FFF2-40B4-BE49-F238E27FC236}">
                  <a16:creationId xmlns:a16="http://schemas.microsoft.com/office/drawing/2014/main" id="{BC10408C-D74D-B6C6-D1A6-4EC6B6A73500}"/>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5" name="Freeform 264">
              <a:extLst>
                <a:ext uri="{FF2B5EF4-FFF2-40B4-BE49-F238E27FC236}">
                  <a16:creationId xmlns:a16="http://schemas.microsoft.com/office/drawing/2014/main" id="{B99D8B17-AC4A-EF48-FF0F-EF3EC996B82F}"/>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6" name="Freeform 265">
              <a:extLst>
                <a:ext uri="{FF2B5EF4-FFF2-40B4-BE49-F238E27FC236}">
                  <a16:creationId xmlns:a16="http://schemas.microsoft.com/office/drawing/2014/main" id="{F428EB17-26EC-9B2D-2699-6D2979B18224}"/>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7" name="Freeform 266">
              <a:extLst>
                <a:ext uri="{FF2B5EF4-FFF2-40B4-BE49-F238E27FC236}">
                  <a16:creationId xmlns:a16="http://schemas.microsoft.com/office/drawing/2014/main" id="{F714CA31-9D4C-1B16-C481-BA28C6BC083D}"/>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8" name="Freeform 267">
              <a:extLst>
                <a:ext uri="{FF2B5EF4-FFF2-40B4-BE49-F238E27FC236}">
                  <a16:creationId xmlns:a16="http://schemas.microsoft.com/office/drawing/2014/main" id="{70039FF0-F3F7-4942-42DA-16C979CD0DB8}"/>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9" name="Freeform 268">
              <a:extLst>
                <a:ext uri="{FF2B5EF4-FFF2-40B4-BE49-F238E27FC236}">
                  <a16:creationId xmlns:a16="http://schemas.microsoft.com/office/drawing/2014/main" id="{1974FCD5-4264-C077-E1B7-CC2AE9B41FE8}"/>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0" name="Freeform 269">
              <a:extLst>
                <a:ext uri="{FF2B5EF4-FFF2-40B4-BE49-F238E27FC236}">
                  <a16:creationId xmlns:a16="http://schemas.microsoft.com/office/drawing/2014/main" id="{291C23A9-E4CA-C1ED-18BA-389C79E0F74A}"/>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1" name="Freeform 270">
              <a:extLst>
                <a:ext uri="{FF2B5EF4-FFF2-40B4-BE49-F238E27FC236}">
                  <a16:creationId xmlns:a16="http://schemas.microsoft.com/office/drawing/2014/main" id="{B88E4620-263F-559B-072E-2C073FC2CFDD}"/>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2" name="Freeform 271">
              <a:extLst>
                <a:ext uri="{FF2B5EF4-FFF2-40B4-BE49-F238E27FC236}">
                  <a16:creationId xmlns:a16="http://schemas.microsoft.com/office/drawing/2014/main" id="{D3B360AD-2CF0-0000-D122-874084F90BE8}"/>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3" name="Freeform 272">
              <a:extLst>
                <a:ext uri="{FF2B5EF4-FFF2-40B4-BE49-F238E27FC236}">
                  <a16:creationId xmlns:a16="http://schemas.microsoft.com/office/drawing/2014/main" id="{442D6242-7CC5-D7C2-74B7-BE504082BC58}"/>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4" name="Freeform 273">
              <a:extLst>
                <a:ext uri="{FF2B5EF4-FFF2-40B4-BE49-F238E27FC236}">
                  <a16:creationId xmlns:a16="http://schemas.microsoft.com/office/drawing/2014/main" id="{7CCD2DE0-4106-36D1-9351-53F432159848}"/>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5" name="Freeform 274">
              <a:extLst>
                <a:ext uri="{FF2B5EF4-FFF2-40B4-BE49-F238E27FC236}">
                  <a16:creationId xmlns:a16="http://schemas.microsoft.com/office/drawing/2014/main" id="{848DA26B-E0A0-F7BB-D2D5-DD88B1FDB580}"/>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6" name="Freeform 275">
              <a:extLst>
                <a:ext uri="{FF2B5EF4-FFF2-40B4-BE49-F238E27FC236}">
                  <a16:creationId xmlns:a16="http://schemas.microsoft.com/office/drawing/2014/main" id="{BCC0D9CA-24BD-D66D-0A4B-F2E35B664C1B}"/>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7" name="Freeform 276">
              <a:extLst>
                <a:ext uri="{FF2B5EF4-FFF2-40B4-BE49-F238E27FC236}">
                  <a16:creationId xmlns:a16="http://schemas.microsoft.com/office/drawing/2014/main" id="{4E4C9720-B440-8187-3BF8-932A09470A59}"/>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8" name="Freeform 277">
              <a:extLst>
                <a:ext uri="{FF2B5EF4-FFF2-40B4-BE49-F238E27FC236}">
                  <a16:creationId xmlns:a16="http://schemas.microsoft.com/office/drawing/2014/main" id="{BC71DE15-09F5-173C-A79A-66516ED68AAB}"/>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9" name="Freeform 278">
              <a:extLst>
                <a:ext uri="{FF2B5EF4-FFF2-40B4-BE49-F238E27FC236}">
                  <a16:creationId xmlns:a16="http://schemas.microsoft.com/office/drawing/2014/main" id="{8099D3F1-DE91-D561-C44D-E993261F45DA}"/>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0" name="Freeform 279">
              <a:extLst>
                <a:ext uri="{FF2B5EF4-FFF2-40B4-BE49-F238E27FC236}">
                  <a16:creationId xmlns:a16="http://schemas.microsoft.com/office/drawing/2014/main" id="{B4F22270-8EA4-5DD4-219D-DA418B2F206B}"/>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1" name="Freeform 280">
              <a:extLst>
                <a:ext uri="{FF2B5EF4-FFF2-40B4-BE49-F238E27FC236}">
                  <a16:creationId xmlns:a16="http://schemas.microsoft.com/office/drawing/2014/main" id="{97E305B9-A9D9-38F6-2C1F-93C654598AFC}"/>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2" name="Freeform 281">
              <a:extLst>
                <a:ext uri="{FF2B5EF4-FFF2-40B4-BE49-F238E27FC236}">
                  <a16:creationId xmlns:a16="http://schemas.microsoft.com/office/drawing/2014/main" id="{038D8E43-559B-5045-88EE-2390B1A85CEE}"/>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3" name="Freeform 282">
              <a:extLst>
                <a:ext uri="{FF2B5EF4-FFF2-40B4-BE49-F238E27FC236}">
                  <a16:creationId xmlns:a16="http://schemas.microsoft.com/office/drawing/2014/main" id="{1C9279A1-958C-8A84-CB4E-D4B44A9E4F8C}"/>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4" name="Freeform 283">
              <a:extLst>
                <a:ext uri="{FF2B5EF4-FFF2-40B4-BE49-F238E27FC236}">
                  <a16:creationId xmlns:a16="http://schemas.microsoft.com/office/drawing/2014/main" id="{2C294918-1311-756B-A2F7-DFF4C920A076}"/>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5" name="Freeform 284">
              <a:extLst>
                <a:ext uri="{FF2B5EF4-FFF2-40B4-BE49-F238E27FC236}">
                  <a16:creationId xmlns:a16="http://schemas.microsoft.com/office/drawing/2014/main" id="{4F2B5DA6-6A59-1023-DEC4-B52F5A904A5F}"/>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6" name="Freeform 285">
              <a:extLst>
                <a:ext uri="{FF2B5EF4-FFF2-40B4-BE49-F238E27FC236}">
                  <a16:creationId xmlns:a16="http://schemas.microsoft.com/office/drawing/2014/main" id="{D9B21ABC-4C71-1A49-497C-454818D611E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7" name="Freeform 286">
              <a:extLst>
                <a:ext uri="{FF2B5EF4-FFF2-40B4-BE49-F238E27FC236}">
                  <a16:creationId xmlns:a16="http://schemas.microsoft.com/office/drawing/2014/main" id="{89493054-FAFB-D09A-B340-D44B144C28A6}"/>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8" name="Freeform 287">
              <a:extLst>
                <a:ext uri="{FF2B5EF4-FFF2-40B4-BE49-F238E27FC236}">
                  <a16:creationId xmlns:a16="http://schemas.microsoft.com/office/drawing/2014/main" id="{B5F5881F-D1C0-0495-E210-2251FD43A2AB}"/>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9" name="Freeform 288">
              <a:extLst>
                <a:ext uri="{FF2B5EF4-FFF2-40B4-BE49-F238E27FC236}">
                  <a16:creationId xmlns:a16="http://schemas.microsoft.com/office/drawing/2014/main" id="{61EA4654-4F74-4E2C-3068-1716F45C2382}"/>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0" name="Freeform 289">
              <a:extLst>
                <a:ext uri="{FF2B5EF4-FFF2-40B4-BE49-F238E27FC236}">
                  <a16:creationId xmlns:a16="http://schemas.microsoft.com/office/drawing/2014/main" id="{DA6A7AB1-3682-7338-0236-1ECB79C5D7D0}"/>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1" name="Freeform 290">
              <a:extLst>
                <a:ext uri="{FF2B5EF4-FFF2-40B4-BE49-F238E27FC236}">
                  <a16:creationId xmlns:a16="http://schemas.microsoft.com/office/drawing/2014/main" id="{2A60C196-01D0-8731-110D-855840A1E8A9}"/>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2" name="Freeform 291">
              <a:extLst>
                <a:ext uri="{FF2B5EF4-FFF2-40B4-BE49-F238E27FC236}">
                  <a16:creationId xmlns:a16="http://schemas.microsoft.com/office/drawing/2014/main" id="{9BB4972A-E945-D5A5-5875-D0FB0A227C35}"/>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3" name="Freeform 292">
              <a:extLst>
                <a:ext uri="{FF2B5EF4-FFF2-40B4-BE49-F238E27FC236}">
                  <a16:creationId xmlns:a16="http://schemas.microsoft.com/office/drawing/2014/main" id="{809FAFA3-2394-0A0A-AD55-366865278ECA}"/>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4" name="Freeform 293">
              <a:extLst>
                <a:ext uri="{FF2B5EF4-FFF2-40B4-BE49-F238E27FC236}">
                  <a16:creationId xmlns:a16="http://schemas.microsoft.com/office/drawing/2014/main" id="{6611F508-1DA7-EEDE-BB94-BBBE762BA713}"/>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5" name="Freeform 294">
              <a:extLst>
                <a:ext uri="{FF2B5EF4-FFF2-40B4-BE49-F238E27FC236}">
                  <a16:creationId xmlns:a16="http://schemas.microsoft.com/office/drawing/2014/main" id="{0D272A69-FDCF-94A1-3026-A8A93DE8D25C}"/>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6" name="Freeform 295">
              <a:extLst>
                <a:ext uri="{FF2B5EF4-FFF2-40B4-BE49-F238E27FC236}">
                  <a16:creationId xmlns:a16="http://schemas.microsoft.com/office/drawing/2014/main" id="{32D5EE1C-6237-7983-DBB4-D1998F5C3620}"/>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7" name="Freeform 296">
              <a:extLst>
                <a:ext uri="{FF2B5EF4-FFF2-40B4-BE49-F238E27FC236}">
                  <a16:creationId xmlns:a16="http://schemas.microsoft.com/office/drawing/2014/main" id="{BF0388C4-D117-4DE3-41B6-5A00B4938930}"/>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8" name="Freeform 297">
              <a:extLst>
                <a:ext uri="{FF2B5EF4-FFF2-40B4-BE49-F238E27FC236}">
                  <a16:creationId xmlns:a16="http://schemas.microsoft.com/office/drawing/2014/main" id="{633A34F6-8959-054E-C703-52A77979997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9" name="Freeform 298">
              <a:extLst>
                <a:ext uri="{FF2B5EF4-FFF2-40B4-BE49-F238E27FC236}">
                  <a16:creationId xmlns:a16="http://schemas.microsoft.com/office/drawing/2014/main" id="{123BDA18-1C15-2A73-6B79-F5E0D6455F12}"/>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Freeform 299">
              <a:extLst>
                <a:ext uri="{FF2B5EF4-FFF2-40B4-BE49-F238E27FC236}">
                  <a16:creationId xmlns:a16="http://schemas.microsoft.com/office/drawing/2014/main" id="{57E38764-59DA-B5D0-8F06-1D093C812F5A}"/>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Freeform 300">
              <a:extLst>
                <a:ext uri="{FF2B5EF4-FFF2-40B4-BE49-F238E27FC236}">
                  <a16:creationId xmlns:a16="http://schemas.microsoft.com/office/drawing/2014/main" id="{BE207B9B-A6F7-997B-55F7-19729AF3D73A}"/>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Freeform 301">
              <a:extLst>
                <a:ext uri="{FF2B5EF4-FFF2-40B4-BE49-F238E27FC236}">
                  <a16:creationId xmlns:a16="http://schemas.microsoft.com/office/drawing/2014/main" id="{36C86EE1-3493-5B86-A272-58380863D573}"/>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3" name="Freeform 302">
              <a:extLst>
                <a:ext uri="{FF2B5EF4-FFF2-40B4-BE49-F238E27FC236}">
                  <a16:creationId xmlns:a16="http://schemas.microsoft.com/office/drawing/2014/main" id="{FDFA5044-7471-BFE9-DCD3-B07E8F52CC25}"/>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4" name="Freeform 303">
              <a:extLst>
                <a:ext uri="{FF2B5EF4-FFF2-40B4-BE49-F238E27FC236}">
                  <a16:creationId xmlns:a16="http://schemas.microsoft.com/office/drawing/2014/main" id="{85C3EB43-2404-1A51-995B-6E189F8455B7}"/>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5" name="Freeform 304">
              <a:extLst>
                <a:ext uri="{FF2B5EF4-FFF2-40B4-BE49-F238E27FC236}">
                  <a16:creationId xmlns:a16="http://schemas.microsoft.com/office/drawing/2014/main" id="{0A217C78-A198-502E-DD00-E94F7C33E506}"/>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6" name="Freeform 305">
              <a:extLst>
                <a:ext uri="{FF2B5EF4-FFF2-40B4-BE49-F238E27FC236}">
                  <a16:creationId xmlns:a16="http://schemas.microsoft.com/office/drawing/2014/main" id="{AC9C96C5-91F2-6E12-BEE0-C2F770AE4921}"/>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7" name="Freeform 306">
              <a:extLst>
                <a:ext uri="{FF2B5EF4-FFF2-40B4-BE49-F238E27FC236}">
                  <a16:creationId xmlns:a16="http://schemas.microsoft.com/office/drawing/2014/main" id="{6A62E417-D62D-036B-34F7-CC1C5087070F}"/>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8" name="Freeform 307">
              <a:extLst>
                <a:ext uri="{FF2B5EF4-FFF2-40B4-BE49-F238E27FC236}">
                  <a16:creationId xmlns:a16="http://schemas.microsoft.com/office/drawing/2014/main" id="{449C3898-A82D-644B-6FFA-12144192A700}"/>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9" name="Freeform 308">
              <a:extLst>
                <a:ext uri="{FF2B5EF4-FFF2-40B4-BE49-F238E27FC236}">
                  <a16:creationId xmlns:a16="http://schemas.microsoft.com/office/drawing/2014/main" id="{4F5FC764-37C5-60A2-8534-D60A44AB6851}"/>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Freeform 309">
              <a:extLst>
                <a:ext uri="{FF2B5EF4-FFF2-40B4-BE49-F238E27FC236}">
                  <a16:creationId xmlns:a16="http://schemas.microsoft.com/office/drawing/2014/main" id="{5F82D5F6-AE48-B3AC-A7AC-6FE3A3E0BDB7}"/>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Freeform 310">
              <a:extLst>
                <a:ext uri="{FF2B5EF4-FFF2-40B4-BE49-F238E27FC236}">
                  <a16:creationId xmlns:a16="http://schemas.microsoft.com/office/drawing/2014/main" id="{EE9417FE-78B3-C23C-694D-6EAF92DC83EC}"/>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Freeform 311">
              <a:extLst>
                <a:ext uri="{FF2B5EF4-FFF2-40B4-BE49-F238E27FC236}">
                  <a16:creationId xmlns:a16="http://schemas.microsoft.com/office/drawing/2014/main" id="{A5C0A5E3-7251-8973-4242-C26D11FE7F57}"/>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Freeform 312">
              <a:extLst>
                <a:ext uri="{FF2B5EF4-FFF2-40B4-BE49-F238E27FC236}">
                  <a16:creationId xmlns:a16="http://schemas.microsoft.com/office/drawing/2014/main" id="{8188A884-798E-332D-85A5-BD70A7B029AC}"/>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4" name="Freeform 313">
              <a:extLst>
                <a:ext uri="{FF2B5EF4-FFF2-40B4-BE49-F238E27FC236}">
                  <a16:creationId xmlns:a16="http://schemas.microsoft.com/office/drawing/2014/main" id="{7167597D-4CF3-8F10-4ECA-9B7456563CE4}"/>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5" name="Freeform 314">
              <a:extLst>
                <a:ext uri="{FF2B5EF4-FFF2-40B4-BE49-F238E27FC236}">
                  <a16:creationId xmlns:a16="http://schemas.microsoft.com/office/drawing/2014/main" id="{B113BCE5-008E-6063-6082-C9D38170B558}"/>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6" name="Freeform 315">
              <a:extLst>
                <a:ext uri="{FF2B5EF4-FFF2-40B4-BE49-F238E27FC236}">
                  <a16:creationId xmlns:a16="http://schemas.microsoft.com/office/drawing/2014/main" id="{22760525-6F0D-F4A2-36F3-D12C08A4735C}"/>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7" name="Freeform 316">
              <a:extLst>
                <a:ext uri="{FF2B5EF4-FFF2-40B4-BE49-F238E27FC236}">
                  <a16:creationId xmlns:a16="http://schemas.microsoft.com/office/drawing/2014/main" id="{22F2B0F4-E429-102F-3E08-D7FD46A4C9A9}"/>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8" name="Freeform 317">
              <a:extLst>
                <a:ext uri="{FF2B5EF4-FFF2-40B4-BE49-F238E27FC236}">
                  <a16:creationId xmlns:a16="http://schemas.microsoft.com/office/drawing/2014/main" id="{A92A11A2-C3DA-F502-031B-B10280BE4C5E}"/>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9" name="Freeform 318">
              <a:extLst>
                <a:ext uri="{FF2B5EF4-FFF2-40B4-BE49-F238E27FC236}">
                  <a16:creationId xmlns:a16="http://schemas.microsoft.com/office/drawing/2014/main" id="{6DF3DF25-18CC-7CA9-CE51-39E72210486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Freeform 319">
              <a:extLst>
                <a:ext uri="{FF2B5EF4-FFF2-40B4-BE49-F238E27FC236}">
                  <a16:creationId xmlns:a16="http://schemas.microsoft.com/office/drawing/2014/main" id="{2DE3E9FE-62C1-E917-F491-B8CFAA4A338B}"/>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Freeform 320">
              <a:extLst>
                <a:ext uri="{FF2B5EF4-FFF2-40B4-BE49-F238E27FC236}">
                  <a16:creationId xmlns:a16="http://schemas.microsoft.com/office/drawing/2014/main" id="{6974B9E6-AF36-2E2D-01C0-04872F79AEA7}"/>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Freeform 321">
              <a:extLst>
                <a:ext uri="{FF2B5EF4-FFF2-40B4-BE49-F238E27FC236}">
                  <a16:creationId xmlns:a16="http://schemas.microsoft.com/office/drawing/2014/main" id="{2A232F45-DE5A-AEED-8BD5-4FE2746BFEA0}"/>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Freeform 322">
              <a:extLst>
                <a:ext uri="{FF2B5EF4-FFF2-40B4-BE49-F238E27FC236}">
                  <a16:creationId xmlns:a16="http://schemas.microsoft.com/office/drawing/2014/main" id="{9721146B-6345-29E7-B743-65411F93BDEC}"/>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4" name="Freeform 323">
              <a:extLst>
                <a:ext uri="{FF2B5EF4-FFF2-40B4-BE49-F238E27FC236}">
                  <a16:creationId xmlns:a16="http://schemas.microsoft.com/office/drawing/2014/main" id="{FEA1089D-54D2-7795-2C93-DBDE58879E2E}"/>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5" name="Freeform 324">
              <a:extLst>
                <a:ext uri="{FF2B5EF4-FFF2-40B4-BE49-F238E27FC236}">
                  <a16:creationId xmlns:a16="http://schemas.microsoft.com/office/drawing/2014/main" id="{89327B29-0A2F-49B7-F68D-AE7EBB7D46D4}"/>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6" name="Freeform 325">
              <a:extLst>
                <a:ext uri="{FF2B5EF4-FFF2-40B4-BE49-F238E27FC236}">
                  <a16:creationId xmlns:a16="http://schemas.microsoft.com/office/drawing/2014/main" id="{9C697A7D-ACDD-9B32-057B-ECE99A676CA1}"/>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7" name="Freeform 326">
              <a:extLst>
                <a:ext uri="{FF2B5EF4-FFF2-40B4-BE49-F238E27FC236}">
                  <a16:creationId xmlns:a16="http://schemas.microsoft.com/office/drawing/2014/main" id="{7A3AA77D-ED6D-6F7F-89FA-D05297219376}"/>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8" name="Freeform 327">
              <a:extLst>
                <a:ext uri="{FF2B5EF4-FFF2-40B4-BE49-F238E27FC236}">
                  <a16:creationId xmlns:a16="http://schemas.microsoft.com/office/drawing/2014/main" id="{5E3D2E2A-B4FA-D256-F612-39F9E04D30C4}"/>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9" name="Freeform 328">
              <a:extLst>
                <a:ext uri="{FF2B5EF4-FFF2-40B4-BE49-F238E27FC236}">
                  <a16:creationId xmlns:a16="http://schemas.microsoft.com/office/drawing/2014/main" id="{81F319E4-4596-7E5C-43B6-3F6540F57636}"/>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Freeform 329">
              <a:extLst>
                <a:ext uri="{FF2B5EF4-FFF2-40B4-BE49-F238E27FC236}">
                  <a16:creationId xmlns:a16="http://schemas.microsoft.com/office/drawing/2014/main" id="{F465D61B-A529-089B-2C18-4614ABD04E39}"/>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Freeform 330">
              <a:extLst>
                <a:ext uri="{FF2B5EF4-FFF2-40B4-BE49-F238E27FC236}">
                  <a16:creationId xmlns:a16="http://schemas.microsoft.com/office/drawing/2014/main" id="{C07FC2CA-730B-FFDE-86D2-BE580DA0D99E}"/>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Freeform 331">
              <a:extLst>
                <a:ext uri="{FF2B5EF4-FFF2-40B4-BE49-F238E27FC236}">
                  <a16:creationId xmlns:a16="http://schemas.microsoft.com/office/drawing/2014/main" id="{4B20B8D2-90C4-E8B5-9182-2F02C6C18C77}"/>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3" name="Freeform 332">
              <a:extLst>
                <a:ext uri="{FF2B5EF4-FFF2-40B4-BE49-F238E27FC236}">
                  <a16:creationId xmlns:a16="http://schemas.microsoft.com/office/drawing/2014/main" id="{86DEEDBF-84F0-2CC8-5911-CB76BF8C2320}"/>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4" name="Freeform 333">
              <a:extLst>
                <a:ext uri="{FF2B5EF4-FFF2-40B4-BE49-F238E27FC236}">
                  <a16:creationId xmlns:a16="http://schemas.microsoft.com/office/drawing/2014/main" id="{4452A8C0-2D03-1AEA-0BBD-008CC42C9800}"/>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5" name="Freeform 334">
              <a:extLst>
                <a:ext uri="{FF2B5EF4-FFF2-40B4-BE49-F238E27FC236}">
                  <a16:creationId xmlns:a16="http://schemas.microsoft.com/office/drawing/2014/main" id="{BDDD1391-DB0C-EAC9-B350-00D7D1041EC5}"/>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6" name="Freeform 335">
              <a:extLst>
                <a:ext uri="{FF2B5EF4-FFF2-40B4-BE49-F238E27FC236}">
                  <a16:creationId xmlns:a16="http://schemas.microsoft.com/office/drawing/2014/main" id="{5A357195-1F59-A60E-415D-709B48A0DF82}"/>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7" name="Freeform 336">
              <a:extLst>
                <a:ext uri="{FF2B5EF4-FFF2-40B4-BE49-F238E27FC236}">
                  <a16:creationId xmlns:a16="http://schemas.microsoft.com/office/drawing/2014/main" id="{6E1DC9D8-3C6F-9EC1-EBAE-72CD3713EE25}"/>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8" name="Freeform 337">
              <a:extLst>
                <a:ext uri="{FF2B5EF4-FFF2-40B4-BE49-F238E27FC236}">
                  <a16:creationId xmlns:a16="http://schemas.microsoft.com/office/drawing/2014/main" id="{5953DA9E-4B7F-DE95-58E9-8AEC55F2176C}"/>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9" name="Freeform 338">
              <a:extLst>
                <a:ext uri="{FF2B5EF4-FFF2-40B4-BE49-F238E27FC236}">
                  <a16:creationId xmlns:a16="http://schemas.microsoft.com/office/drawing/2014/main" id="{2774D8C1-98F3-C010-4C27-4C5FDEBF7D74}"/>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0" name="Freeform 339">
              <a:extLst>
                <a:ext uri="{FF2B5EF4-FFF2-40B4-BE49-F238E27FC236}">
                  <a16:creationId xmlns:a16="http://schemas.microsoft.com/office/drawing/2014/main" id="{4B8DAE5E-F8EA-BEB6-101E-DBEC9BDAD81B}"/>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1" name="Freeform 340">
              <a:extLst>
                <a:ext uri="{FF2B5EF4-FFF2-40B4-BE49-F238E27FC236}">
                  <a16:creationId xmlns:a16="http://schemas.microsoft.com/office/drawing/2014/main" id="{4F459DE1-5F6B-9207-F631-ED36B5AC49E0}"/>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2" name="Freeform 341">
              <a:extLst>
                <a:ext uri="{FF2B5EF4-FFF2-40B4-BE49-F238E27FC236}">
                  <a16:creationId xmlns:a16="http://schemas.microsoft.com/office/drawing/2014/main" id="{2CAFCC90-A39D-DDCD-516D-A368B19EEC90}"/>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3" name="Freeform 342">
              <a:extLst>
                <a:ext uri="{FF2B5EF4-FFF2-40B4-BE49-F238E27FC236}">
                  <a16:creationId xmlns:a16="http://schemas.microsoft.com/office/drawing/2014/main" id="{4A71ABCC-939B-0E54-86C0-827287E837E3}"/>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4" name="Freeform 343">
              <a:extLst>
                <a:ext uri="{FF2B5EF4-FFF2-40B4-BE49-F238E27FC236}">
                  <a16:creationId xmlns:a16="http://schemas.microsoft.com/office/drawing/2014/main" id="{FF3BCC01-CA23-EC69-DF11-E1872D0372BA}"/>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5" name="Freeform 344">
              <a:extLst>
                <a:ext uri="{FF2B5EF4-FFF2-40B4-BE49-F238E27FC236}">
                  <a16:creationId xmlns:a16="http://schemas.microsoft.com/office/drawing/2014/main" id="{813A2297-7AAA-9980-7E76-80674044D89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6" name="Freeform 345">
              <a:extLst>
                <a:ext uri="{FF2B5EF4-FFF2-40B4-BE49-F238E27FC236}">
                  <a16:creationId xmlns:a16="http://schemas.microsoft.com/office/drawing/2014/main" id="{D37327DB-5519-8120-28B2-08C56438E15F}"/>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7" name="Freeform 346">
              <a:extLst>
                <a:ext uri="{FF2B5EF4-FFF2-40B4-BE49-F238E27FC236}">
                  <a16:creationId xmlns:a16="http://schemas.microsoft.com/office/drawing/2014/main" id="{415BDD8E-7906-3807-06AD-A92CC1B20F31}"/>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8" name="Freeform 347">
              <a:extLst>
                <a:ext uri="{FF2B5EF4-FFF2-40B4-BE49-F238E27FC236}">
                  <a16:creationId xmlns:a16="http://schemas.microsoft.com/office/drawing/2014/main" id="{B6AF0722-E623-9A6E-E99C-9F7E0F3928F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9" name="Freeform 348">
              <a:extLst>
                <a:ext uri="{FF2B5EF4-FFF2-40B4-BE49-F238E27FC236}">
                  <a16:creationId xmlns:a16="http://schemas.microsoft.com/office/drawing/2014/main" id="{304F02FF-421E-73E9-56B0-F553DA30E9D5}"/>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0" name="Freeform 349">
              <a:extLst>
                <a:ext uri="{FF2B5EF4-FFF2-40B4-BE49-F238E27FC236}">
                  <a16:creationId xmlns:a16="http://schemas.microsoft.com/office/drawing/2014/main" id="{48CC7E89-F9C3-318F-8EFB-304DE2222209}"/>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1" name="Freeform 350">
              <a:extLst>
                <a:ext uri="{FF2B5EF4-FFF2-40B4-BE49-F238E27FC236}">
                  <a16:creationId xmlns:a16="http://schemas.microsoft.com/office/drawing/2014/main" id="{D170CC12-1825-3760-00A7-A486FD44E2F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2" name="Freeform 351">
              <a:extLst>
                <a:ext uri="{FF2B5EF4-FFF2-40B4-BE49-F238E27FC236}">
                  <a16:creationId xmlns:a16="http://schemas.microsoft.com/office/drawing/2014/main" id="{EB8F5D80-7936-696B-893D-9142F73B0548}"/>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3" name="Freeform 352">
              <a:extLst>
                <a:ext uri="{FF2B5EF4-FFF2-40B4-BE49-F238E27FC236}">
                  <a16:creationId xmlns:a16="http://schemas.microsoft.com/office/drawing/2014/main" id="{CF2B0709-F56C-D8D9-4D1B-B130B8E4ADBB}"/>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4" name="Freeform 353">
              <a:extLst>
                <a:ext uri="{FF2B5EF4-FFF2-40B4-BE49-F238E27FC236}">
                  <a16:creationId xmlns:a16="http://schemas.microsoft.com/office/drawing/2014/main" id="{24EF422C-14F7-FFC2-5860-3F2A48D0540F}"/>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5" name="Freeform 354">
              <a:extLst>
                <a:ext uri="{FF2B5EF4-FFF2-40B4-BE49-F238E27FC236}">
                  <a16:creationId xmlns:a16="http://schemas.microsoft.com/office/drawing/2014/main" id="{BA697FD8-5195-11E9-A47B-BB6BF76824E6}"/>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6" name="Freeform 355">
              <a:extLst>
                <a:ext uri="{FF2B5EF4-FFF2-40B4-BE49-F238E27FC236}">
                  <a16:creationId xmlns:a16="http://schemas.microsoft.com/office/drawing/2014/main" id="{561BA40D-04F1-C7EB-9617-7C28A8CA5C7D}"/>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 name="Rectangle 53">
            <a:extLst>
              <a:ext uri="{FF2B5EF4-FFF2-40B4-BE49-F238E27FC236}">
                <a16:creationId xmlns:a16="http://schemas.microsoft.com/office/drawing/2014/main" id="{F17D35CF-53C6-7488-26C5-1E69466F1AD9}"/>
              </a:ext>
            </a:extLst>
          </p:cNvPr>
          <p:cNvSpPr/>
          <p:nvPr/>
        </p:nvSpPr>
        <p:spPr>
          <a:xfrm>
            <a:off x="-4906" y="0"/>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00" cap="none" spc="0" normalizeH="0" baseline="0" noProof="0" dirty="0">
                <a:ln>
                  <a:noFill/>
                </a:ln>
                <a:solidFill>
                  <a:prstClr val="white"/>
                </a:solidFill>
                <a:effectLst/>
                <a:uLnTx/>
                <a:uFillTx/>
                <a:latin typeface="Courier" pitchFamily="2" charset="0"/>
                <a:ea typeface="Calibri" panose="020F0502020204030204" pitchFamily="34" charset="0"/>
                <a:cs typeface="Times New Roman" panose="02020603050405020304" pitchFamily="18" charset="0"/>
              </a:rPr>
              <a:t>Goals and Benefits</a:t>
            </a:r>
          </a:p>
        </p:txBody>
      </p:sp>
      <p:grpSp>
        <p:nvGrpSpPr>
          <p:cNvPr id="357" name="Group 356">
            <a:extLst>
              <a:ext uri="{FF2B5EF4-FFF2-40B4-BE49-F238E27FC236}">
                <a16:creationId xmlns:a16="http://schemas.microsoft.com/office/drawing/2014/main" id="{0672214C-ABF0-F367-E912-73217F46A417}"/>
              </a:ext>
            </a:extLst>
          </p:cNvPr>
          <p:cNvGrpSpPr/>
          <p:nvPr/>
        </p:nvGrpSpPr>
        <p:grpSpPr>
          <a:xfrm>
            <a:off x="8617842" y="6233640"/>
            <a:ext cx="3574157" cy="624362"/>
            <a:chOff x="8617842" y="6233640"/>
            <a:chExt cx="3574157" cy="624362"/>
          </a:xfrm>
        </p:grpSpPr>
        <p:sp>
          <p:nvSpPr>
            <p:cNvPr id="358" name="Rectangle 357">
              <a:extLst>
                <a:ext uri="{FF2B5EF4-FFF2-40B4-BE49-F238E27FC236}">
                  <a16:creationId xmlns:a16="http://schemas.microsoft.com/office/drawing/2014/main" id="{6990837B-C0B0-3843-A426-675810D5BD57}"/>
                </a:ext>
              </a:extLst>
            </p:cNvPr>
            <p:cNvSpPr/>
            <p:nvPr/>
          </p:nvSpPr>
          <p:spPr>
            <a:xfrm>
              <a:off x="8617842" y="6233640"/>
              <a:ext cx="3574157" cy="624362"/>
            </a:xfrm>
            <a:prstGeom prst="rect">
              <a:avLst/>
            </a:prstGeom>
            <a:solidFill>
              <a:srgbClr val="4C5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D7D31">
                    <a:lumMod val="75000"/>
                  </a:srgbClr>
                </a:solidFill>
                <a:effectLst/>
                <a:uLnTx/>
                <a:uFillTx/>
                <a:latin typeface="Calibri"/>
                <a:ea typeface="+mn-ea"/>
                <a:cs typeface="+mn-cs"/>
              </a:endParaRPr>
            </a:p>
          </p:txBody>
        </p:sp>
        <p:grpSp>
          <p:nvGrpSpPr>
            <p:cNvPr id="359" name="Group 358">
              <a:extLst>
                <a:ext uri="{FF2B5EF4-FFF2-40B4-BE49-F238E27FC236}">
                  <a16:creationId xmlns:a16="http://schemas.microsoft.com/office/drawing/2014/main" id="{F9A8CB49-76E7-AB03-FD33-B3BAE62CB153}"/>
                </a:ext>
              </a:extLst>
            </p:cNvPr>
            <p:cNvGrpSpPr/>
            <p:nvPr/>
          </p:nvGrpSpPr>
          <p:grpSpPr>
            <a:xfrm>
              <a:off x="8797456" y="6360215"/>
              <a:ext cx="3287809" cy="395763"/>
              <a:chOff x="8927295" y="6375844"/>
              <a:chExt cx="3157970" cy="380134"/>
            </a:xfrm>
          </p:grpSpPr>
          <p:grpSp>
            <p:nvGrpSpPr>
              <p:cNvPr id="360" name="Group 359">
                <a:extLst>
                  <a:ext uri="{FF2B5EF4-FFF2-40B4-BE49-F238E27FC236}">
                    <a16:creationId xmlns:a16="http://schemas.microsoft.com/office/drawing/2014/main" id="{68E51431-027A-9D98-DFE1-EECF7A86D6DC}"/>
                  </a:ext>
                </a:extLst>
              </p:cNvPr>
              <p:cNvGrpSpPr/>
              <p:nvPr/>
            </p:nvGrpSpPr>
            <p:grpSpPr>
              <a:xfrm>
                <a:off x="8927295" y="6376710"/>
                <a:ext cx="1351683" cy="379268"/>
                <a:chOff x="5243641" y="3189385"/>
                <a:chExt cx="1351683" cy="379268"/>
              </a:xfrm>
              <a:solidFill>
                <a:schemeClr val="bg1">
                  <a:lumMod val="95000"/>
                </a:schemeClr>
              </a:solidFill>
            </p:grpSpPr>
            <p:sp>
              <p:nvSpPr>
                <p:cNvPr id="370" name="Freeform 369">
                  <a:extLst>
                    <a:ext uri="{FF2B5EF4-FFF2-40B4-BE49-F238E27FC236}">
                      <a16:creationId xmlns:a16="http://schemas.microsoft.com/office/drawing/2014/main" id="{D65B3013-0CFB-C269-2B3E-1E7A14059F30}"/>
                    </a:ext>
                  </a:extLst>
                </p:cNvPr>
                <p:cNvSpPr/>
                <p:nvPr/>
              </p:nvSpPr>
              <p:spPr>
                <a:xfrm>
                  <a:off x="5243641"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4" y="166255"/>
                        <a:pt x="115166" y="151534"/>
                        <a:pt x="115166" y="120361"/>
                      </a:cubicBezTo>
                      <a:lnTo>
                        <a:pt x="115166" y="95250"/>
                      </a:lnTo>
                      <a:cubicBezTo>
                        <a:pt x="115166" y="71870"/>
                        <a:pt x="109970"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1" name="Freeform 370">
                  <a:extLst>
                    <a:ext uri="{FF2B5EF4-FFF2-40B4-BE49-F238E27FC236}">
                      <a16:creationId xmlns:a16="http://schemas.microsoft.com/office/drawing/2014/main" id="{723EF71D-B28C-AC37-864C-9F94E39D172B}"/>
                    </a:ext>
                  </a:extLst>
                </p:cNvPr>
                <p:cNvSpPr/>
                <p:nvPr/>
              </p:nvSpPr>
              <p:spPr>
                <a:xfrm>
                  <a:off x="5460118" y="3195447"/>
                  <a:ext cx="185304" cy="368877"/>
                </a:xfrm>
                <a:custGeom>
                  <a:avLst/>
                  <a:gdLst>
                    <a:gd name="connsiteX0" fmla="*/ 71005 w 185304"/>
                    <a:gd name="connsiteY0" fmla="*/ 207818 h 368877"/>
                    <a:gd name="connsiteX1" fmla="*/ 71005 w 185304"/>
                    <a:gd name="connsiteY1" fmla="*/ 368011 h 368877"/>
                    <a:gd name="connsiteX2" fmla="*/ 0 w 185304"/>
                    <a:gd name="connsiteY2" fmla="*/ 368011 h 368877"/>
                    <a:gd name="connsiteX3" fmla="*/ 0 w 185304"/>
                    <a:gd name="connsiteY3" fmla="*/ 0 h 368877"/>
                    <a:gd name="connsiteX4" fmla="*/ 92652 w 185304"/>
                    <a:gd name="connsiteY4" fmla="*/ 0 h 368877"/>
                    <a:gd name="connsiteX5" fmla="*/ 185305 w 185304"/>
                    <a:gd name="connsiteY5" fmla="*/ 91786 h 368877"/>
                    <a:gd name="connsiteX6" fmla="*/ 185305 w 185304"/>
                    <a:gd name="connsiteY6" fmla="*/ 104775 h 368877"/>
                    <a:gd name="connsiteX7" fmla="*/ 148936 w 185304"/>
                    <a:gd name="connsiteY7" fmla="*/ 180109 h 368877"/>
                    <a:gd name="connsiteX8" fmla="*/ 182707 w 185304"/>
                    <a:gd name="connsiteY8" fmla="*/ 259773 h 368877"/>
                    <a:gd name="connsiteX9" fmla="*/ 185305 w 185304"/>
                    <a:gd name="connsiteY9" fmla="*/ 368877 h 368877"/>
                    <a:gd name="connsiteX10" fmla="*/ 116898 w 185304"/>
                    <a:gd name="connsiteY10" fmla="*/ 368877 h 368877"/>
                    <a:gd name="connsiteX11" fmla="*/ 112568 w 185304"/>
                    <a:gd name="connsiteY11" fmla="*/ 257175 h 368877"/>
                    <a:gd name="connsiteX12" fmla="*/ 80530 w 185304"/>
                    <a:gd name="connsiteY12" fmla="*/ 208684 h 368877"/>
                    <a:gd name="connsiteX13" fmla="*/ 71005 w 185304"/>
                    <a:gd name="connsiteY13" fmla="*/ 208684 h 368877"/>
                    <a:gd name="connsiteX14" fmla="*/ 71870 w 185304"/>
                    <a:gd name="connsiteY14" fmla="*/ 151534 h 368877"/>
                    <a:gd name="connsiteX15" fmla="*/ 80530 w 185304"/>
                    <a:gd name="connsiteY15" fmla="*/ 151534 h 368877"/>
                    <a:gd name="connsiteX16" fmla="*/ 113434 w 185304"/>
                    <a:gd name="connsiteY16" fmla="*/ 109971 h 368877"/>
                    <a:gd name="connsiteX17" fmla="*/ 113434 w 185304"/>
                    <a:gd name="connsiteY17" fmla="*/ 91786 h 368877"/>
                    <a:gd name="connsiteX18" fmla="*/ 82261 w 185304"/>
                    <a:gd name="connsiteY18" fmla="*/ 54552 h 368877"/>
                    <a:gd name="connsiteX19" fmla="*/ 71005 w 185304"/>
                    <a:gd name="connsiteY19" fmla="*/ 54552 h 368877"/>
                    <a:gd name="connsiteX20" fmla="*/ 71005 w 185304"/>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304" h="368877">
                      <a:moveTo>
                        <a:pt x="71005" y="207818"/>
                      </a:moveTo>
                      <a:lnTo>
                        <a:pt x="71005" y="368011"/>
                      </a:lnTo>
                      <a:lnTo>
                        <a:pt x="0" y="368011"/>
                      </a:lnTo>
                      <a:lnTo>
                        <a:pt x="0" y="0"/>
                      </a:lnTo>
                      <a:lnTo>
                        <a:pt x="92652" y="0"/>
                      </a:lnTo>
                      <a:cubicBezTo>
                        <a:pt x="154132" y="0"/>
                        <a:pt x="185305" y="26843"/>
                        <a:pt x="185305" y="91786"/>
                      </a:cubicBezTo>
                      <a:lnTo>
                        <a:pt x="185305" y="104775"/>
                      </a:lnTo>
                      <a:cubicBezTo>
                        <a:pt x="185305" y="157596"/>
                        <a:pt x="164523" y="173182"/>
                        <a:pt x="148936" y="180109"/>
                      </a:cubicBezTo>
                      <a:cubicBezTo>
                        <a:pt x="171450" y="191366"/>
                        <a:pt x="182707" y="207818"/>
                        <a:pt x="182707" y="259773"/>
                      </a:cubicBezTo>
                      <a:cubicBezTo>
                        <a:pt x="182707" y="295275"/>
                        <a:pt x="181841" y="348961"/>
                        <a:pt x="185305" y="368877"/>
                      </a:cubicBezTo>
                      <a:lnTo>
                        <a:pt x="116898" y="368877"/>
                      </a:lnTo>
                      <a:cubicBezTo>
                        <a:pt x="112568" y="352425"/>
                        <a:pt x="112568" y="303934"/>
                        <a:pt x="112568" y="257175"/>
                      </a:cubicBezTo>
                      <a:cubicBezTo>
                        <a:pt x="112568" y="215611"/>
                        <a:pt x="108239" y="208684"/>
                        <a:pt x="80530" y="208684"/>
                      </a:cubicBezTo>
                      <a:lnTo>
                        <a:pt x="71005" y="208684"/>
                      </a:lnTo>
                      <a:close/>
                      <a:moveTo>
                        <a:pt x="71870" y="151534"/>
                      </a:moveTo>
                      <a:lnTo>
                        <a:pt x="80530" y="151534"/>
                      </a:lnTo>
                      <a:cubicBezTo>
                        <a:pt x="103909" y="151534"/>
                        <a:pt x="113434" y="143741"/>
                        <a:pt x="113434" y="109971"/>
                      </a:cubicBezTo>
                      <a:lnTo>
                        <a:pt x="113434" y="91786"/>
                      </a:lnTo>
                      <a:cubicBezTo>
                        <a:pt x="113434" y="66675"/>
                        <a:pt x="108239" y="54552"/>
                        <a:pt x="82261" y="54552"/>
                      </a:cubicBezTo>
                      <a:lnTo>
                        <a:pt x="71005" y="54552"/>
                      </a:lnTo>
                      <a:lnTo>
                        <a:pt x="71005" y="151534"/>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2" name="Freeform 371">
                  <a:extLst>
                    <a:ext uri="{FF2B5EF4-FFF2-40B4-BE49-F238E27FC236}">
                      <a16:creationId xmlns:a16="http://schemas.microsoft.com/office/drawing/2014/main" id="{02862E0F-1D7E-BF88-241C-42469373CFE1}"/>
                    </a:ext>
                  </a:extLst>
                </p:cNvPr>
                <p:cNvSpPr/>
                <p:nvPr/>
              </p:nvSpPr>
              <p:spPr>
                <a:xfrm>
                  <a:off x="5676595"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80530"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3" name="Freeform 372">
                  <a:extLst>
                    <a:ext uri="{FF2B5EF4-FFF2-40B4-BE49-F238E27FC236}">
                      <a16:creationId xmlns:a16="http://schemas.microsoft.com/office/drawing/2014/main" id="{EEC8D0DA-0F3C-F842-9508-DB1EEC07C626}"/>
                    </a:ext>
                  </a:extLst>
                </p:cNvPr>
                <p:cNvSpPr/>
                <p:nvPr/>
              </p:nvSpPr>
              <p:spPr>
                <a:xfrm>
                  <a:off x="5884413" y="3194581"/>
                  <a:ext cx="110836" cy="373206"/>
                </a:xfrm>
                <a:custGeom>
                  <a:avLst/>
                  <a:gdLst>
                    <a:gd name="connsiteX0" fmla="*/ 110836 w 110836"/>
                    <a:gd name="connsiteY0" fmla="*/ 277091 h 373206"/>
                    <a:gd name="connsiteX1" fmla="*/ 32039 w 110836"/>
                    <a:gd name="connsiteY1" fmla="*/ 373207 h 373206"/>
                    <a:gd name="connsiteX2" fmla="*/ 0 w 110836"/>
                    <a:gd name="connsiteY2" fmla="*/ 370609 h 373206"/>
                    <a:gd name="connsiteX3" fmla="*/ 0 w 110836"/>
                    <a:gd name="connsiteY3" fmla="*/ 311727 h 373206"/>
                    <a:gd name="connsiteX4" fmla="*/ 15586 w 110836"/>
                    <a:gd name="connsiteY4" fmla="*/ 312593 h 373206"/>
                    <a:gd name="connsiteX5" fmla="*/ 38966 w 110836"/>
                    <a:gd name="connsiteY5" fmla="*/ 284884 h 373206"/>
                    <a:gd name="connsiteX6" fmla="*/ 38966 w 110836"/>
                    <a:gd name="connsiteY6" fmla="*/ 0 h 373206"/>
                    <a:gd name="connsiteX7" fmla="*/ 109970 w 110836"/>
                    <a:gd name="connsiteY7" fmla="*/ 0 h 373206"/>
                    <a:gd name="connsiteX8" fmla="*/ 109970 w 110836"/>
                    <a:gd name="connsiteY8" fmla="*/ 277091 h 37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836" h="373206">
                      <a:moveTo>
                        <a:pt x="110836" y="277091"/>
                      </a:moveTo>
                      <a:cubicBezTo>
                        <a:pt x="110836" y="332509"/>
                        <a:pt x="103909" y="373207"/>
                        <a:pt x="32039" y="373207"/>
                      </a:cubicBezTo>
                      <a:cubicBezTo>
                        <a:pt x="21648" y="373207"/>
                        <a:pt x="7793" y="372341"/>
                        <a:pt x="0" y="370609"/>
                      </a:cubicBezTo>
                      <a:lnTo>
                        <a:pt x="0" y="311727"/>
                      </a:lnTo>
                      <a:cubicBezTo>
                        <a:pt x="3464" y="311727"/>
                        <a:pt x="9525" y="312593"/>
                        <a:pt x="15586" y="312593"/>
                      </a:cubicBezTo>
                      <a:cubicBezTo>
                        <a:pt x="33770" y="312593"/>
                        <a:pt x="38966" y="306532"/>
                        <a:pt x="38966" y="284884"/>
                      </a:cubicBezTo>
                      <a:lnTo>
                        <a:pt x="38966" y="0"/>
                      </a:lnTo>
                      <a:lnTo>
                        <a:pt x="109970" y="0"/>
                      </a:lnTo>
                      <a:lnTo>
                        <a:pt x="109970" y="27709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4" name="Freeform 373">
                  <a:extLst>
                    <a:ext uri="{FF2B5EF4-FFF2-40B4-BE49-F238E27FC236}">
                      <a16:creationId xmlns:a16="http://schemas.microsoft.com/office/drawing/2014/main" id="{BF72E788-C2D4-BCF0-E250-2CB9F2A5F6FB}"/>
                    </a:ext>
                  </a:extLst>
                </p:cNvPr>
                <p:cNvSpPr/>
                <p:nvPr/>
              </p:nvSpPr>
              <p:spPr>
                <a:xfrm>
                  <a:off x="6035081" y="3195447"/>
                  <a:ext cx="160193" cy="368011"/>
                </a:xfrm>
                <a:custGeom>
                  <a:avLst/>
                  <a:gdLst>
                    <a:gd name="connsiteX0" fmla="*/ 147205 w 160193"/>
                    <a:gd name="connsiteY0" fmla="*/ 205221 h 368011"/>
                    <a:gd name="connsiteX1" fmla="*/ 71005 w 160193"/>
                    <a:gd name="connsiteY1" fmla="*/ 205221 h 368011"/>
                    <a:gd name="connsiteX2" fmla="*/ 71005 w 160193"/>
                    <a:gd name="connsiteY2" fmla="*/ 305666 h 368011"/>
                    <a:gd name="connsiteX3" fmla="*/ 160193 w 160193"/>
                    <a:gd name="connsiteY3" fmla="*/ 305666 h 368011"/>
                    <a:gd name="connsiteX4" fmla="*/ 151534 w 160193"/>
                    <a:gd name="connsiteY4" fmla="*/ 368011 h 368011"/>
                    <a:gd name="connsiteX5" fmla="*/ 0 w 160193"/>
                    <a:gd name="connsiteY5" fmla="*/ 368011 h 368011"/>
                    <a:gd name="connsiteX6" fmla="*/ 0 w 160193"/>
                    <a:gd name="connsiteY6" fmla="*/ 0 h 368011"/>
                    <a:gd name="connsiteX7" fmla="*/ 150668 w 160193"/>
                    <a:gd name="connsiteY7" fmla="*/ 0 h 368011"/>
                    <a:gd name="connsiteX8" fmla="*/ 150668 w 160193"/>
                    <a:gd name="connsiteY8" fmla="*/ 62346 h 368011"/>
                    <a:gd name="connsiteX9" fmla="*/ 71005 w 160193"/>
                    <a:gd name="connsiteY9" fmla="*/ 62346 h 368011"/>
                    <a:gd name="connsiteX10" fmla="*/ 71005 w 160193"/>
                    <a:gd name="connsiteY10" fmla="*/ 142875 h 368011"/>
                    <a:gd name="connsiteX11" fmla="*/ 147205 w 160193"/>
                    <a:gd name="connsiteY11" fmla="*/ 142875 h 368011"/>
                    <a:gd name="connsiteX12" fmla="*/ 147205 w 160193"/>
                    <a:gd name="connsiteY12" fmla="*/ 205221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93" h="368011">
                      <a:moveTo>
                        <a:pt x="147205" y="205221"/>
                      </a:moveTo>
                      <a:lnTo>
                        <a:pt x="71005" y="205221"/>
                      </a:lnTo>
                      <a:lnTo>
                        <a:pt x="71005" y="305666"/>
                      </a:lnTo>
                      <a:lnTo>
                        <a:pt x="160193" y="305666"/>
                      </a:lnTo>
                      <a:lnTo>
                        <a:pt x="151534" y="368011"/>
                      </a:lnTo>
                      <a:lnTo>
                        <a:pt x="0" y="368011"/>
                      </a:lnTo>
                      <a:lnTo>
                        <a:pt x="0" y="0"/>
                      </a:lnTo>
                      <a:lnTo>
                        <a:pt x="150668" y="0"/>
                      </a:lnTo>
                      <a:lnTo>
                        <a:pt x="150668" y="62346"/>
                      </a:lnTo>
                      <a:lnTo>
                        <a:pt x="71005" y="62346"/>
                      </a:lnTo>
                      <a:lnTo>
                        <a:pt x="71005" y="142875"/>
                      </a:lnTo>
                      <a:lnTo>
                        <a:pt x="147205" y="142875"/>
                      </a:lnTo>
                      <a:lnTo>
                        <a:pt x="147205" y="20522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5" name="Freeform 374">
                  <a:extLst>
                    <a:ext uri="{FF2B5EF4-FFF2-40B4-BE49-F238E27FC236}">
                      <a16:creationId xmlns:a16="http://schemas.microsoft.com/office/drawing/2014/main" id="{DC820DC3-04B3-0993-AB43-44933EA2CF5F}"/>
                    </a:ext>
                  </a:extLst>
                </p:cNvPr>
                <p:cNvSpPr/>
                <p:nvPr/>
              </p:nvSpPr>
              <p:spPr>
                <a:xfrm>
                  <a:off x="6218654" y="3189385"/>
                  <a:ext cx="181840" cy="379268"/>
                </a:xfrm>
                <a:custGeom>
                  <a:avLst/>
                  <a:gdLst>
                    <a:gd name="connsiteX0" fmla="*/ 181841 w 181840"/>
                    <a:gd name="connsiteY0" fmla="*/ 253711 h 379268"/>
                    <a:gd name="connsiteX1" fmla="*/ 181841 w 181840"/>
                    <a:gd name="connsiteY1" fmla="*/ 273627 h 379268"/>
                    <a:gd name="connsiteX2" fmla="*/ 89189 w 181840"/>
                    <a:gd name="connsiteY2" fmla="*/ 379268 h 379268"/>
                    <a:gd name="connsiteX3" fmla="*/ 0 w 181840"/>
                    <a:gd name="connsiteY3" fmla="*/ 277957 h 379268"/>
                    <a:gd name="connsiteX4" fmla="*/ 0 w 181840"/>
                    <a:gd name="connsiteY4" fmla="*/ 97848 h 379268"/>
                    <a:gd name="connsiteX5" fmla="*/ 90920 w 181840"/>
                    <a:gd name="connsiteY5" fmla="*/ 0 h 379268"/>
                    <a:gd name="connsiteX6" fmla="*/ 180975 w 181840"/>
                    <a:gd name="connsiteY6" fmla="*/ 99580 h 379268"/>
                    <a:gd name="connsiteX7" fmla="*/ 180975 w 181840"/>
                    <a:gd name="connsiteY7" fmla="*/ 122959 h 379268"/>
                    <a:gd name="connsiteX8" fmla="*/ 109971 w 181840"/>
                    <a:gd name="connsiteY8" fmla="*/ 122959 h 379268"/>
                    <a:gd name="connsiteX9" fmla="*/ 109971 w 181840"/>
                    <a:gd name="connsiteY9" fmla="*/ 91786 h 379268"/>
                    <a:gd name="connsiteX10" fmla="*/ 90920 w 181840"/>
                    <a:gd name="connsiteY10" fmla="*/ 61480 h 379268"/>
                    <a:gd name="connsiteX11" fmla="*/ 71871 w 181840"/>
                    <a:gd name="connsiteY11" fmla="*/ 91786 h 379268"/>
                    <a:gd name="connsiteX12" fmla="*/ 71871 w 181840"/>
                    <a:gd name="connsiteY12" fmla="*/ 286616 h 379268"/>
                    <a:gd name="connsiteX13" fmla="*/ 90920 w 181840"/>
                    <a:gd name="connsiteY13" fmla="*/ 319521 h 379268"/>
                    <a:gd name="connsiteX14" fmla="*/ 110837 w 181840"/>
                    <a:gd name="connsiteY14" fmla="*/ 284884 h 379268"/>
                    <a:gd name="connsiteX15" fmla="*/ 110837 w 181840"/>
                    <a:gd name="connsiteY15" fmla="*/ 253711 h 379268"/>
                    <a:gd name="connsiteX16" fmla="*/ 181841 w 181840"/>
                    <a:gd name="connsiteY16" fmla="*/ 253711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1840" h="379268">
                      <a:moveTo>
                        <a:pt x="181841" y="253711"/>
                      </a:moveTo>
                      <a:lnTo>
                        <a:pt x="181841" y="273627"/>
                      </a:lnTo>
                      <a:cubicBezTo>
                        <a:pt x="181841" y="320386"/>
                        <a:pt x="173182" y="379268"/>
                        <a:pt x="89189" y="379268"/>
                      </a:cubicBezTo>
                      <a:cubicBezTo>
                        <a:pt x="26843" y="379268"/>
                        <a:pt x="0" y="346364"/>
                        <a:pt x="0" y="277957"/>
                      </a:cubicBezTo>
                      <a:lnTo>
                        <a:pt x="0" y="97848"/>
                      </a:lnTo>
                      <a:cubicBezTo>
                        <a:pt x="0" y="33771"/>
                        <a:pt x="32039" y="0"/>
                        <a:pt x="90920" y="0"/>
                      </a:cubicBezTo>
                      <a:cubicBezTo>
                        <a:pt x="168852" y="0"/>
                        <a:pt x="180975" y="51089"/>
                        <a:pt x="180975" y="99580"/>
                      </a:cubicBezTo>
                      <a:lnTo>
                        <a:pt x="180975" y="122959"/>
                      </a:lnTo>
                      <a:lnTo>
                        <a:pt x="109971" y="122959"/>
                      </a:lnTo>
                      <a:lnTo>
                        <a:pt x="109971" y="91786"/>
                      </a:lnTo>
                      <a:cubicBezTo>
                        <a:pt x="109971" y="71870"/>
                        <a:pt x="105641" y="61480"/>
                        <a:pt x="90920" y="61480"/>
                      </a:cubicBezTo>
                      <a:cubicBezTo>
                        <a:pt x="76200" y="61480"/>
                        <a:pt x="71871" y="71005"/>
                        <a:pt x="71871" y="91786"/>
                      </a:cubicBezTo>
                      <a:lnTo>
                        <a:pt x="71871" y="286616"/>
                      </a:lnTo>
                      <a:cubicBezTo>
                        <a:pt x="71871" y="306532"/>
                        <a:pt x="75334" y="319521"/>
                        <a:pt x="90920" y="319521"/>
                      </a:cubicBezTo>
                      <a:cubicBezTo>
                        <a:pt x="106507" y="319521"/>
                        <a:pt x="110837" y="308264"/>
                        <a:pt x="110837" y="284884"/>
                      </a:cubicBezTo>
                      <a:lnTo>
                        <a:pt x="110837" y="253711"/>
                      </a:lnTo>
                      <a:lnTo>
                        <a:pt x="181841" y="25371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6" name="Freeform 375">
                  <a:extLst>
                    <a:ext uri="{FF2B5EF4-FFF2-40B4-BE49-F238E27FC236}">
                      <a16:creationId xmlns:a16="http://schemas.microsoft.com/office/drawing/2014/main" id="{F14D3F77-8626-7D28-4EDD-6190FA8ECEBF}"/>
                    </a:ext>
                  </a:extLst>
                </p:cNvPr>
                <p:cNvSpPr/>
                <p:nvPr/>
              </p:nvSpPr>
              <p:spPr>
                <a:xfrm>
                  <a:off x="6416947" y="3194581"/>
                  <a:ext cx="178377" cy="368011"/>
                </a:xfrm>
                <a:custGeom>
                  <a:avLst/>
                  <a:gdLst>
                    <a:gd name="connsiteX0" fmla="*/ 53686 w 178377"/>
                    <a:gd name="connsiteY0" fmla="*/ 62345 h 368011"/>
                    <a:gd name="connsiteX1" fmla="*/ 0 w 178377"/>
                    <a:gd name="connsiteY1" fmla="*/ 62345 h 368011"/>
                    <a:gd name="connsiteX2" fmla="*/ 0 w 178377"/>
                    <a:gd name="connsiteY2" fmla="*/ 0 h 368011"/>
                    <a:gd name="connsiteX3" fmla="*/ 178377 w 178377"/>
                    <a:gd name="connsiteY3" fmla="*/ 0 h 368011"/>
                    <a:gd name="connsiteX4" fmla="*/ 178377 w 178377"/>
                    <a:gd name="connsiteY4" fmla="*/ 62345 h 368011"/>
                    <a:gd name="connsiteX5" fmla="*/ 124691 w 178377"/>
                    <a:gd name="connsiteY5" fmla="*/ 62345 h 368011"/>
                    <a:gd name="connsiteX6" fmla="*/ 124691 w 178377"/>
                    <a:gd name="connsiteY6" fmla="*/ 368011 h 368011"/>
                    <a:gd name="connsiteX7" fmla="*/ 53686 w 178377"/>
                    <a:gd name="connsiteY7" fmla="*/ 368011 h 368011"/>
                    <a:gd name="connsiteX8" fmla="*/ 53686 w 178377"/>
                    <a:gd name="connsiteY8" fmla="*/ 6234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77" h="368011">
                      <a:moveTo>
                        <a:pt x="53686" y="62345"/>
                      </a:moveTo>
                      <a:lnTo>
                        <a:pt x="0" y="62345"/>
                      </a:lnTo>
                      <a:lnTo>
                        <a:pt x="0" y="0"/>
                      </a:lnTo>
                      <a:lnTo>
                        <a:pt x="178377" y="0"/>
                      </a:lnTo>
                      <a:lnTo>
                        <a:pt x="178377" y="62345"/>
                      </a:lnTo>
                      <a:lnTo>
                        <a:pt x="124691" y="62345"/>
                      </a:lnTo>
                      <a:lnTo>
                        <a:pt x="124691" y="368011"/>
                      </a:lnTo>
                      <a:lnTo>
                        <a:pt x="53686" y="368011"/>
                      </a:lnTo>
                      <a:lnTo>
                        <a:pt x="53686" y="6234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61" name="Group 360">
                <a:extLst>
                  <a:ext uri="{FF2B5EF4-FFF2-40B4-BE49-F238E27FC236}">
                    <a16:creationId xmlns:a16="http://schemas.microsoft.com/office/drawing/2014/main" id="{39A520AC-B0C2-0CBE-275F-8A83E8984E4A}"/>
                  </a:ext>
                </a:extLst>
              </p:cNvPr>
              <p:cNvGrpSpPr/>
              <p:nvPr/>
            </p:nvGrpSpPr>
            <p:grpSpPr>
              <a:xfrm>
                <a:off x="10392413" y="6375844"/>
                <a:ext cx="1692852" cy="380134"/>
                <a:chOff x="6708759" y="3188519"/>
                <a:chExt cx="1692852" cy="380134"/>
              </a:xfrm>
              <a:solidFill>
                <a:schemeClr val="bg1">
                  <a:lumMod val="95000"/>
                  <a:alpha val="75000"/>
                </a:schemeClr>
              </a:solidFill>
            </p:grpSpPr>
            <p:sp>
              <p:nvSpPr>
                <p:cNvPr id="362" name="Freeform 361">
                  <a:extLst>
                    <a:ext uri="{FF2B5EF4-FFF2-40B4-BE49-F238E27FC236}">
                      <a16:creationId xmlns:a16="http://schemas.microsoft.com/office/drawing/2014/main" id="{F799AE17-F0B4-B0DA-3F70-BD803B9F3521}"/>
                    </a:ext>
                  </a:extLst>
                </p:cNvPr>
                <p:cNvSpPr/>
                <p:nvPr/>
              </p:nvSpPr>
              <p:spPr>
                <a:xfrm>
                  <a:off x="670875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3" name="Freeform 362">
                  <a:extLst>
                    <a:ext uri="{FF2B5EF4-FFF2-40B4-BE49-F238E27FC236}">
                      <a16:creationId xmlns:a16="http://schemas.microsoft.com/office/drawing/2014/main" id="{4330CF2A-B9E0-9B86-A2C4-C0E604D0A4D8}"/>
                    </a:ext>
                  </a:extLst>
                </p:cNvPr>
                <p:cNvSpPr/>
                <p:nvPr/>
              </p:nvSpPr>
              <p:spPr>
                <a:xfrm>
                  <a:off x="6925236" y="3195447"/>
                  <a:ext cx="184438" cy="368877"/>
                </a:xfrm>
                <a:custGeom>
                  <a:avLst/>
                  <a:gdLst>
                    <a:gd name="connsiteX0" fmla="*/ 71005 w 184438"/>
                    <a:gd name="connsiteY0" fmla="*/ 207818 h 368877"/>
                    <a:gd name="connsiteX1" fmla="*/ 71005 w 184438"/>
                    <a:gd name="connsiteY1" fmla="*/ 368011 h 368877"/>
                    <a:gd name="connsiteX2" fmla="*/ 0 w 184438"/>
                    <a:gd name="connsiteY2" fmla="*/ 368011 h 368877"/>
                    <a:gd name="connsiteX3" fmla="*/ 0 w 184438"/>
                    <a:gd name="connsiteY3" fmla="*/ 0 h 368877"/>
                    <a:gd name="connsiteX4" fmla="*/ 91786 w 184438"/>
                    <a:gd name="connsiteY4" fmla="*/ 0 h 368877"/>
                    <a:gd name="connsiteX5" fmla="*/ 184439 w 184438"/>
                    <a:gd name="connsiteY5" fmla="*/ 91786 h 368877"/>
                    <a:gd name="connsiteX6" fmla="*/ 184439 w 184438"/>
                    <a:gd name="connsiteY6" fmla="*/ 104775 h 368877"/>
                    <a:gd name="connsiteX7" fmla="*/ 148071 w 184438"/>
                    <a:gd name="connsiteY7" fmla="*/ 180109 h 368877"/>
                    <a:gd name="connsiteX8" fmla="*/ 181841 w 184438"/>
                    <a:gd name="connsiteY8" fmla="*/ 259773 h 368877"/>
                    <a:gd name="connsiteX9" fmla="*/ 184439 w 184438"/>
                    <a:gd name="connsiteY9" fmla="*/ 368877 h 368877"/>
                    <a:gd name="connsiteX10" fmla="*/ 116032 w 184438"/>
                    <a:gd name="connsiteY10" fmla="*/ 368877 h 368877"/>
                    <a:gd name="connsiteX11" fmla="*/ 111702 w 184438"/>
                    <a:gd name="connsiteY11" fmla="*/ 257175 h 368877"/>
                    <a:gd name="connsiteX12" fmla="*/ 79664 w 184438"/>
                    <a:gd name="connsiteY12" fmla="*/ 208684 h 368877"/>
                    <a:gd name="connsiteX13" fmla="*/ 71005 w 184438"/>
                    <a:gd name="connsiteY13" fmla="*/ 208684 h 368877"/>
                    <a:gd name="connsiteX14" fmla="*/ 71005 w 184438"/>
                    <a:gd name="connsiteY14" fmla="*/ 151534 h 368877"/>
                    <a:gd name="connsiteX15" fmla="*/ 79664 w 184438"/>
                    <a:gd name="connsiteY15" fmla="*/ 151534 h 368877"/>
                    <a:gd name="connsiteX16" fmla="*/ 112568 w 184438"/>
                    <a:gd name="connsiteY16" fmla="*/ 109971 h 368877"/>
                    <a:gd name="connsiteX17" fmla="*/ 112568 w 184438"/>
                    <a:gd name="connsiteY17" fmla="*/ 91786 h 368877"/>
                    <a:gd name="connsiteX18" fmla="*/ 81395 w 184438"/>
                    <a:gd name="connsiteY18" fmla="*/ 54552 h 368877"/>
                    <a:gd name="connsiteX19" fmla="*/ 70139 w 184438"/>
                    <a:gd name="connsiteY19" fmla="*/ 54552 h 368877"/>
                    <a:gd name="connsiteX20" fmla="*/ 70139 w 184438"/>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4438" h="368877">
                      <a:moveTo>
                        <a:pt x="71005" y="207818"/>
                      </a:moveTo>
                      <a:lnTo>
                        <a:pt x="71005" y="368011"/>
                      </a:lnTo>
                      <a:lnTo>
                        <a:pt x="0" y="368011"/>
                      </a:lnTo>
                      <a:lnTo>
                        <a:pt x="0" y="0"/>
                      </a:lnTo>
                      <a:lnTo>
                        <a:pt x="91786" y="0"/>
                      </a:lnTo>
                      <a:cubicBezTo>
                        <a:pt x="153266" y="0"/>
                        <a:pt x="184439" y="26843"/>
                        <a:pt x="184439" y="91786"/>
                      </a:cubicBezTo>
                      <a:lnTo>
                        <a:pt x="184439" y="104775"/>
                      </a:lnTo>
                      <a:cubicBezTo>
                        <a:pt x="184439" y="157596"/>
                        <a:pt x="163657" y="173182"/>
                        <a:pt x="148071" y="180109"/>
                      </a:cubicBezTo>
                      <a:cubicBezTo>
                        <a:pt x="170584" y="191366"/>
                        <a:pt x="181841" y="207818"/>
                        <a:pt x="181841" y="259773"/>
                      </a:cubicBezTo>
                      <a:cubicBezTo>
                        <a:pt x="181841" y="295275"/>
                        <a:pt x="180975" y="348961"/>
                        <a:pt x="184439" y="368877"/>
                      </a:cubicBezTo>
                      <a:lnTo>
                        <a:pt x="116032" y="368877"/>
                      </a:lnTo>
                      <a:cubicBezTo>
                        <a:pt x="111702" y="352425"/>
                        <a:pt x="111702" y="303934"/>
                        <a:pt x="111702" y="257175"/>
                      </a:cubicBezTo>
                      <a:cubicBezTo>
                        <a:pt x="111702" y="215611"/>
                        <a:pt x="107373" y="208684"/>
                        <a:pt x="79664" y="208684"/>
                      </a:cubicBezTo>
                      <a:lnTo>
                        <a:pt x="71005" y="208684"/>
                      </a:lnTo>
                      <a:close/>
                      <a:moveTo>
                        <a:pt x="71005" y="151534"/>
                      </a:moveTo>
                      <a:lnTo>
                        <a:pt x="79664" y="151534"/>
                      </a:lnTo>
                      <a:cubicBezTo>
                        <a:pt x="103043" y="151534"/>
                        <a:pt x="112568" y="143741"/>
                        <a:pt x="112568" y="109971"/>
                      </a:cubicBezTo>
                      <a:lnTo>
                        <a:pt x="112568" y="91786"/>
                      </a:lnTo>
                      <a:cubicBezTo>
                        <a:pt x="112568" y="66675"/>
                        <a:pt x="107373" y="54552"/>
                        <a:pt x="81395" y="54552"/>
                      </a:cubicBezTo>
                      <a:lnTo>
                        <a:pt x="70139" y="54552"/>
                      </a:lnTo>
                      <a:lnTo>
                        <a:pt x="70139" y="151534"/>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4" name="Freeform 363">
                  <a:extLst>
                    <a:ext uri="{FF2B5EF4-FFF2-40B4-BE49-F238E27FC236}">
                      <a16:creationId xmlns:a16="http://schemas.microsoft.com/office/drawing/2014/main" id="{EC0803EB-795A-4F8A-C000-69ED17C95A18}"/>
                    </a:ext>
                  </a:extLst>
                </p:cNvPr>
                <p:cNvSpPr/>
                <p:nvPr/>
              </p:nvSpPr>
              <p:spPr>
                <a:xfrm>
                  <a:off x="7141713"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30"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79664"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5" name="Freeform 364">
                  <a:extLst>
                    <a:ext uri="{FF2B5EF4-FFF2-40B4-BE49-F238E27FC236}">
                      <a16:creationId xmlns:a16="http://schemas.microsoft.com/office/drawing/2014/main" id="{748035ED-9DB4-CABC-AAEB-2A04E5EA6F64}"/>
                    </a:ext>
                  </a:extLst>
                </p:cNvPr>
                <p:cNvSpPr/>
                <p:nvPr/>
              </p:nvSpPr>
              <p:spPr>
                <a:xfrm>
                  <a:off x="737117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6" name="Freeform 365">
                  <a:extLst>
                    <a:ext uri="{FF2B5EF4-FFF2-40B4-BE49-F238E27FC236}">
                      <a16:creationId xmlns:a16="http://schemas.microsoft.com/office/drawing/2014/main" id="{AD8A16D3-95C5-8B90-78CC-82498850C379}"/>
                    </a:ext>
                  </a:extLst>
                </p:cNvPr>
                <p:cNvSpPr/>
                <p:nvPr/>
              </p:nvSpPr>
              <p:spPr>
                <a:xfrm>
                  <a:off x="7585059"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3" y="318655"/>
                        <a:pt x="95250" y="318655"/>
                      </a:cubicBezTo>
                      <a:cubicBezTo>
                        <a:pt x="111702" y="318655"/>
                        <a:pt x="119495" y="308264"/>
                        <a:pt x="119495" y="284018"/>
                      </a:cubicBezTo>
                      <a:lnTo>
                        <a:pt x="119495" y="95250"/>
                      </a:lnTo>
                      <a:cubicBezTo>
                        <a:pt x="119495" y="71870"/>
                        <a:pt x="113434" y="60614"/>
                        <a:pt x="95250" y="60614"/>
                      </a:cubicBezTo>
                      <a:cubicBezTo>
                        <a:pt x="80529"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7" name="Freeform 366">
                  <a:extLst>
                    <a:ext uri="{FF2B5EF4-FFF2-40B4-BE49-F238E27FC236}">
                      <a16:creationId xmlns:a16="http://schemas.microsoft.com/office/drawing/2014/main" id="{6822D50F-A578-B5E9-144B-2A6B5602E5A6}"/>
                    </a:ext>
                  </a:extLst>
                </p:cNvPr>
                <p:cNvSpPr/>
                <p:nvPr/>
              </p:nvSpPr>
              <p:spPr>
                <a:xfrm>
                  <a:off x="7805866" y="3188519"/>
                  <a:ext cx="182706" cy="379268"/>
                </a:xfrm>
                <a:custGeom>
                  <a:avLst/>
                  <a:gdLst>
                    <a:gd name="connsiteX0" fmla="*/ 68407 w 182706"/>
                    <a:gd name="connsiteY0" fmla="*/ 260639 h 379268"/>
                    <a:gd name="connsiteX1" fmla="*/ 68407 w 182706"/>
                    <a:gd name="connsiteY1" fmla="*/ 285750 h 379268"/>
                    <a:gd name="connsiteX2" fmla="*/ 90920 w 182706"/>
                    <a:gd name="connsiteY2" fmla="*/ 321252 h 379268"/>
                    <a:gd name="connsiteX3" fmla="*/ 110836 w 182706"/>
                    <a:gd name="connsiteY3" fmla="*/ 287482 h 379268"/>
                    <a:gd name="connsiteX4" fmla="*/ 66675 w 182706"/>
                    <a:gd name="connsiteY4" fmla="*/ 211282 h 379268"/>
                    <a:gd name="connsiteX5" fmla="*/ 3464 w 182706"/>
                    <a:gd name="connsiteY5" fmla="*/ 101311 h 379268"/>
                    <a:gd name="connsiteX6" fmla="*/ 90920 w 182706"/>
                    <a:gd name="connsiteY6" fmla="*/ 0 h 379268"/>
                    <a:gd name="connsiteX7" fmla="*/ 175779 w 182706"/>
                    <a:gd name="connsiteY7" fmla="*/ 92652 h 379268"/>
                    <a:gd name="connsiteX8" fmla="*/ 175779 w 182706"/>
                    <a:gd name="connsiteY8" fmla="*/ 113434 h 379268"/>
                    <a:gd name="connsiteX9" fmla="*/ 109104 w 182706"/>
                    <a:gd name="connsiteY9" fmla="*/ 113434 h 379268"/>
                    <a:gd name="connsiteX10" fmla="*/ 109104 w 182706"/>
                    <a:gd name="connsiteY10" fmla="*/ 91786 h 379268"/>
                    <a:gd name="connsiteX11" fmla="*/ 91786 w 182706"/>
                    <a:gd name="connsiteY11" fmla="*/ 58016 h 379268"/>
                    <a:gd name="connsiteX12" fmla="*/ 74468 w 182706"/>
                    <a:gd name="connsiteY12" fmla="*/ 90054 h 379268"/>
                    <a:gd name="connsiteX13" fmla="*/ 109104 w 182706"/>
                    <a:gd name="connsiteY13" fmla="*/ 147205 h 379268"/>
                    <a:gd name="connsiteX14" fmla="*/ 182707 w 182706"/>
                    <a:gd name="connsiteY14" fmla="*/ 274493 h 379268"/>
                    <a:gd name="connsiteX15" fmla="*/ 90055 w 182706"/>
                    <a:gd name="connsiteY15" fmla="*/ 379268 h 379268"/>
                    <a:gd name="connsiteX16" fmla="*/ 0 w 182706"/>
                    <a:gd name="connsiteY16" fmla="*/ 282286 h 379268"/>
                    <a:gd name="connsiteX17" fmla="*/ 0 w 182706"/>
                    <a:gd name="connsiteY17" fmla="*/ 260639 h 379268"/>
                    <a:gd name="connsiteX18" fmla="*/ 68407 w 182706"/>
                    <a:gd name="connsiteY18" fmla="*/ 260639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706" h="379268">
                      <a:moveTo>
                        <a:pt x="68407" y="260639"/>
                      </a:moveTo>
                      <a:lnTo>
                        <a:pt x="68407" y="285750"/>
                      </a:lnTo>
                      <a:cubicBezTo>
                        <a:pt x="68407" y="309995"/>
                        <a:pt x="74468" y="321252"/>
                        <a:pt x="90920" y="321252"/>
                      </a:cubicBezTo>
                      <a:cubicBezTo>
                        <a:pt x="107373" y="321252"/>
                        <a:pt x="110836" y="304800"/>
                        <a:pt x="110836" y="287482"/>
                      </a:cubicBezTo>
                      <a:cubicBezTo>
                        <a:pt x="110836" y="252845"/>
                        <a:pt x="103909" y="242455"/>
                        <a:pt x="66675" y="211282"/>
                      </a:cubicBezTo>
                      <a:cubicBezTo>
                        <a:pt x="25111" y="175779"/>
                        <a:pt x="3464" y="154998"/>
                        <a:pt x="3464" y="101311"/>
                      </a:cubicBezTo>
                      <a:cubicBezTo>
                        <a:pt x="3464" y="48491"/>
                        <a:pt x="20782" y="0"/>
                        <a:pt x="90920" y="0"/>
                      </a:cubicBezTo>
                      <a:cubicBezTo>
                        <a:pt x="165388" y="0"/>
                        <a:pt x="175779" y="50223"/>
                        <a:pt x="175779" y="92652"/>
                      </a:cubicBezTo>
                      <a:lnTo>
                        <a:pt x="175779" y="113434"/>
                      </a:lnTo>
                      <a:lnTo>
                        <a:pt x="109104" y="113434"/>
                      </a:lnTo>
                      <a:lnTo>
                        <a:pt x="109104" y="91786"/>
                      </a:lnTo>
                      <a:cubicBezTo>
                        <a:pt x="109104" y="69273"/>
                        <a:pt x="105641" y="58016"/>
                        <a:pt x="91786" y="58016"/>
                      </a:cubicBezTo>
                      <a:cubicBezTo>
                        <a:pt x="78798" y="58016"/>
                        <a:pt x="74468" y="69273"/>
                        <a:pt x="74468" y="90054"/>
                      </a:cubicBezTo>
                      <a:cubicBezTo>
                        <a:pt x="74468" y="112568"/>
                        <a:pt x="78798" y="122959"/>
                        <a:pt x="109104" y="147205"/>
                      </a:cubicBezTo>
                      <a:cubicBezTo>
                        <a:pt x="163657" y="189634"/>
                        <a:pt x="182707" y="213880"/>
                        <a:pt x="182707" y="274493"/>
                      </a:cubicBezTo>
                      <a:cubicBezTo>
                        <a:pt x="182707" y="332509"/>
                        <a:pt x="162791" y="379268"/>
                        <a:pt x="90055" y="379268"/>
                      </a:cubicBezTo>
                      <a:cubicBezTo>
                        <a:pt x="19916" y="379268"/>
                        <a:pt x="0" y="336839"/>
                        <a:pt x="0" y="282286"/>
                      </a:cubicBezTo>
                      <a:lnTo>
                        <a:pt x="0" y="260639"/>
                      </a:lnTo>
                      <a:lnTo>
                        <a:pt x="68407" y="260639"/>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8" name="Freeform 367">
                  <a:extLst>
                    <a:ext uri="{FF2B5EF4-FFF2-40B4-BE49-F238E27FC236}">
                      <a16:creationId xmlns:a16="http://schemas.microsoft.com/office/drawing/2014/main" id="{13500D24-0929-23B2-E1D0-E056B34EDD65}"/>
                    </a:ext>
                  </a:extLst>
                </p:cNvPr>
                <p:cNvSpPr/>
                <p:nvPr/>
              </p:nvSpPr>
              <p:spPr>
                <a:xfrm>
                  <a:off x="8006757" y="3194581"/>
                  <a:ext cx="211281" cy="368011"/>
                </a:xfrm>
                <a:custGeom>
                  <a:avLst/>
                  <a:gdLst>
                    <a:gd name="connsiteX0" fmla="*/ 80530 w 211281"/>
                    <a:gd name="connsiteY0" fmla="*/ 280555 h 368011"/>
                    <a:gd name="connsiteX1" fmla="*/ 71871 w 211281"/>
                    <a:gd name="connsiteY1" fmla="*/ 368011 h 368011"/>
                    <a:gd name="connsiteX2" fmla="*/ 0 w 211281"/>
                    <a:gd name="connsiteY2" fmla="*/ 368011 h 368011"/>
                    <a:gd name="connsiteX3" fmla="*/ 51955 w 211281"/>
                    <a:gd name="connsiteY3" fmla="*/ 0 h 368011"/>
                    <a:gd name="connsiteX4" fmla="*/ 157596 w 211281"/>
                    <a:gd name="connsiteY4" fmla="*/ 0 h 368011"/>
                    <a:gd name="connsiteX5" fmla="*/ 211282 w 211281"/>
                    <a:gd name="connsiteY5" fmla="*/ 368011 h 368011"/>
                    <a:gd name="connsiteX6" fmla="*/ 137680 w 211281"/>
                    <a:gd name="connsiteY6" fmla="*/ 368011 h 368011"/>
                    <a:gd name="connsiteX7" fmla="*/ 127289 w 211281"/>
                    <a:gd name="connsiteY7" fmla="*/ 280555 h 368011"/>
                    <a:gd name="connsiteX8" fmla="*/ 80530 w 211281"/>
                    <a:gd name="connsiteY8" fmla="*/ 280555 h 368011"/>
                    <a:gd name="connsiteX9" fmla="*/ 120361 w 211281"/>
                    <a:gd name="connsiteY9" fmla="*/ 218209 h 368011"/>
                    <a:gd name="connsiteX10" fmla="*/ 103909 w 211281"/>
                    <a:gd name="connsiteY10" fmla="*/ 64077 h 368011"/>
                    <a:gd name="connsiteX11" fmla="*/ 101311 w 211281"/>
                    <a:gd name="connsiteY11" fmla="*/ 64077 h 368011"/>
                    <a:gd name="connsiteX12" fmla="*/ 86591 w 211281"/>
                    <a:gd name="connsiteY12" fmla="*/ 218209 h 368011"/>
                    <a:gd name="connsiteX13" fmla="*/ 120361 w 211281"/>
                    <a:gd name="connsiteY13" fmla="*/ 218209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281" h="368011">
                      <a:moveTo>
                        <a:pt x="80530" y="280555"/>
                      </a:moveTo>
                      <a:lnTo>
                        <a:pt x="71871" y="368011"/>
                      </a:lnTo>
                      <a:lnTo>
                        <a:pt x="0" y="368011"/>
                      </a:lnTo>
                      <a:lnTo>
                        <a:pt x="51955" y="0"/>
                      </a:lnTo>
                      <a:lnTo>
                        <a:pt x="157596" y="0"/>
                      </a:lnTo>
                      <a:lnTo>
                        <a:pt x="211282" y="368011"/>
                      </a:lnTo>
                      <a:lnTo>
                        <a:pt x="137680" y="368011"/>
                      </a:lnTo>
                      <a:lnTo>
                        <a:pt x="127289" y="280555"/>
                      </a:lnTo>
                      <a:lnTo>
                        <a:pt x="80530" y="280555"/>
                      </a:lnTo>
                      <a:close/>
                      <a:moveTo>
                        <a:pt x="120361" y="218209"/>
                      </a:moveTo>
                      <a:cubicBezTo>
                        <a:pt x="115166" y="171450"/>
                        <a:pt x="107373" y="99580"/>
                        <a:pt x="103909" y="64077"/>
                      </a:cubicBezTo>
                      <a:lnTo>
                        <a:pt x="101311" y="64077"/>
                      </a:lnTo>
                      <a:cubicBezTo>
                        <a:pt x="100446" y="90054"/>
                        <a:pt x="90920" y="172316"/>
                        <a:pt x="86591" y="218209"/>
                      </a:cubicBezTo>
                      <a:lnTo>
                        <a:pt x="120361" y="218209"/>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9" name="Freeform 368">
                  <a:extLst>
                    <a:ext uri="{FF2B5EF4-FFF2-40B4-BE49-F238E27FC236}">
                      <a16:creationId xmlns:a16="http://schemas.microsoft.com/office/drawing/2014/main" id="{B226801A-5698-3D4D-D872-B955CB0BF638}"/>
                    </a:ext>
                  </a:extLst>
                </p:cNvPr>
                <p:cNvSpPr/>
                <p:nvPr/>
              </p:nvSpPr>
              <p:spPr>
                <a:xfrm>
                  <a:off x="8242284" y="3194581"/>
                  <a:ext cx="159327" cy="368877"/>
                </a:xfrm>
                <a:custGeom>
                  <a:avLst/>
                  <a:gdLst>
                    <a:gd name="connsiteX0" fmla="*/ 0 w 159327"/>
                    <a:gd name="connsiteY0" fmla="*/ 0 h 368877"/>
                    <a:gd name="connsiteX1" fmla="*/ 71004 w 159327"/>
                    <a:gd name="connsiteY1" fmla="*/ 0 h 368877"/>
                    <a:gd name="connsiteX2" fmla="*/ 71004 w 159327"/>
                    <a:gd name="connsiteY2" fmla="*/ 306532 h 368877"/>
                    <a:gd name="connsiteX3" fmla="*/ 159327 w 159327"/>
                    <a:gd name="connsiteY3" fmla="*/ 306532 h 368877"/>
                    <a:gd name="connsiteX4" fmla="*/ 153266 w 159327"/>
                    <a:gd name="connsiteY4" fmla="*/ 368877 h 368877"/>
                    <a:gd name="connsiteX5" fmla="*/ 0 w 159327"/>
                    <a:gd name="connsiteY5" fmla="*/ 368877 h 368877"/>
                    <a:gd name="connsiteX6" fmla="*/ 0 w 159327"/>
                    <a:gd name="connsiteY6" fmla="*/ 0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27" h="368877">
                      <a:moveTo>
                        <a:pt x="0" y="0"/>
                      </a:moveTo>
                      <a:lnTo>
                        <a:pt x="71004" y="0"/>
                      </a:lnTo>
                      <a:lnTo>
                        <a:pt x="71004" y="306532"/>
                      </a:lnTo>
                      <a:lnTo>
                        <a:pt x="159327" y="306532"/>
                      </a:lnTo>
                      <a:lnTo>
                        <a:pt x="153266" y="368877"/>
                      </a:lnTo>
                      <a:lnTo>
                        <a:pt x="0" y="368877"/>
                      </a:lnTo>
                      <a:lnTo>
                        <a:pt x="0" y="0"/>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grpSp>
      <p:sp>
        <p:nvSpPr>
          <p:cNvPr id="3" name="Rounded Rectangle 2">
            <a:extLst>
              <a:ext uri="{FF2B5EF4-FFF2-40B4-BE49-F238E27FC236}">
                <a16:creationId xmlns:a16="http://schemas.microsoft.com/office/drawing/2014/main" id="{2EC4873B-48BD-18BC-1174-56B235F437CC}"/>
              </a:ext>
            </a:extLst>
          </p:cNvPr>
          <p:cNvSpPr/>
          <p:nvPr/>
        </p:nvSpPr>
        <p:spPr>
          <a:xfrm>
            <a:off x="162642" y="766105"/>
            <a:ext cx="7382176" cy="2462784"/>
          </a:xfrm>
          <a:prstGeom prst="roundRect">
            <a:avLst>
              <a:gd name="adj" fmla="val 4775"/>
            </a:avLst>
          </a:prstGeom>
          <a:solidFill>
            <a:srgbClr val="E7E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B11AF1E2-EB5D-155B-947D-6A73429D418B}"/>
              </a:ext>
            </a:extLst>
          </p:cNvPr>
          <p:cNvSpPr/>
          <p:nvPr/>
        </p:nvSpPr>
        <p:spPr>
          <a:xfrm>
            <a:off x="591128" y="894944"/>
            <a:ext cx="3001059" cy="294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88471"/>
                </a:solidFill>
                <a:effectLst/>
                <a:uLnTx/>
                <a:uFillTx/>
                <a:latin typeface="Courier" pitchFamily="2" charset="0"/>
                <a:ea typeface="Times New Roman" panose="02020603050405020304" pitchFamily="18" charset="0"/>
                <a:cs typeface="Times New Roman" panose="02020603050405020304" pitchFamily="18" charset="0"/>
              </a:rPr>
              <a:t>goals</a:t>
            </a:r>
            <a:endParaRPr kumimoji="0" lang="en-US" sz="3200" b="0" i="0" u="none" strike="noStrike" kern="1200" cap="none" spc="0" normalizeH="0" baseline="0" noProof="0" dirty="0">
              <a:ln>
                <a:noFill/>
              </a:ln>
              <a:solidFill>
                <a:srgbClr val="788471"/>
              </a:solidFill>
              <a:effectLst/>
              <a:uLnTx/>
              <a:uFillTx/>
              <a:latin typeface="Courier" pitchFamily="2" charset="0"/>
              <a:ea typeface="+mn-ea"/>
              <a:cs typeface="+mn-cs"/>
            </a:endParaRPr>
          </a:p>
        </p:txBody>
      </p:sp>
      <p:sp>
        <p:nvSpPr>
          <p:cNvPr id="5" name="Rectangle 4">
            <a:extLst>
              <a:ext uri="{FF2B5EF4-FFF2-40B4-BE49-F238E27FC236}">
                <a16:creationId xmlns:a16="http://schemas.microsoft.com/office/drawing/2014/main" id="{A7232384-18A8-265F-A925-3634C1B08643}"/>
              </a:ext>
            </a:extLst>
          </p:cNvPr>
          <p:cNvSpPr/>
          <p:nvPr/>
        </p:nvSpPr>
        <p:spPr>
          <a:xfrm>
            <a:off x="306917" y="1355285"/>
            <a:ext cx="7093627" cy="1814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Reduce Grocery Costs</a:t>
            </a:r>
          </a:p>
          <a:p>
            <a:pPr marL="342900" indent="-342900" algn="l" fontAlgn="base">
              <a:lnSpc>
                <a:spcPts val="1800"/>
              </a:lnSpc>
              <a:buFont typeface="Arial" panose="020B0604020202020204" pitchFamily="34" charset="0"/>
              <a:buChar char="•"/>
            </a:pPr>
            <a:endParaRPr lang="en-US" sz="2400" i="0" dirty="0">
              <a:solidFill>
                <a:srgbClr val="060607"/>
              </a:solidFill>
              <a:effectLst/>
              <a:latin typeface="inherit"/>
            </a:endParaRPr>
          </a:p>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Optimize Vendor Sales</a:t>
            </a:r>
          </a:p>
          <a:p>
            <a:pPr marL="342900" indent="-342900" algn="l" fontAlgn="base">
              <a:lnSpc>
                <a:spcPts val="1800"/>
              </a:lnSpc>
              <a:buFont typeface="Arial" panose="020B0604020202020204" pitchFamily="34" charset="0"/>
              <a:buChar char="•"/>
            </a:pPr>
            <a:endParaRPr lang="en-US" sz="2400" i="0" dirty="0">
              <a:solidFill>
                <a:srgbClr val="060607"/>
              </a:solidFill>
              <a:effectLst/>
              <a:latin typeface="inherit"/>
            </a:endParaRPr>
          </a:p>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Enhance Community Engagement</a:t>
            </a:r>
          </a:p>
          <a:p>
            <a:pPr marL="342900" indent="-342900" algn="l" fontAlgn="base">
              <a:lnSpc>
                <a:spcPts val="1800"/>
              </a:lnSpc>
              <a:buFont typeface="Arial" panose="020B0604020202020204" pitchFamily="34" charset="0"/>
              <a:buChar char="•"/>
            </a:pPr>
            <a:endParaRPr lang="en-US" sz="2400" i="0" dirty="0">
              <a:solidFill>
                <a:srgbClr val="060607"/>
              </a:solidFill>
              <a:effectLst/>
              <a:latin typeface="inherit"/>
            </a:endParaRPr>
          </a:p>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Streamline Logistics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ounded Rectangle 6">
            <a:extLst>
              <a:ext uri="{FF2B5EF4-FFF2-40B4-BE49-F238E27FC236}">
                <a16:creationId xmlns:a16="http://schemas.microsoft.com/office/drawing/2014/main" id="{C2A48A2B-E3FD-44AF-96A7-DA540C5F2D90}"/>
              </a:ext>
            </a:extLst>
          </p:cNvPr>
          <p:cNvSpPr/>
          <p:nvPr/>
        </p:nvSpPr>
        <p:spPr>
          <a:xfrm>
            <a:off x="900258" y="3555565"/>
            <a:ext cx="7382176" cy="2979705"/>
          </a:xfrm>
          <a:prstGeom prst="roundRect">
            <a:avLst>
              <a:gd name="adj" fmla="val 4280"/>
            </a:avLst>
          </a:prstGeom>
          <a:solidFill>
            <a:srgbClr val="F3F5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5D756544-CF1F-2695-EFDE-F7A17C12E17F}"/>
              </a:ext>
            </a:extLst>
          </p:cNvPr>
          <p:cNvSpPr/>
          <p:nvPr/>
        </p:nvSpPr>
        <p:spPr>
          <a:xfrm>
            <a:off x="1344295" y="3605349"/>
            <a:ext cx="3247051" cy="5313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C5347"/>
                </a:solidFill>
                <a:effectLst/>
                <a:uLnTx/>
                <a:uFillTx/>
                <a:latin typeface="Courier" pitchFamily="2" charset="0"/>
                <a:ea typeface="Times New Roman" panose="02020603050405020304" pitchFamily="18" charset="0"/>
                <a:cs typeface="Times New Roman" panose="02020603050405020304" pitchFamily="18" charset="0"/>
              </a:rPr>
              <a:t>benefits</a:t>
            </a:r>
            <a:endParaRPr kumimoji="0" lang="en-US" sz="3200" b="0" i="0" u="none" strike="noStrike" kern="1200" cap="none" spc="0" normalizeH="0" baseline="0" noProof="0" dirty="0">
              <a:ln>
                <a:noFill/>
              </a:ln>
              <a:solidFill>
                <a:srgbClr val="4C5347"/>
              </a:solidFill>
              <a:effectLst/>
              <a:uLnTx/>
              <a:uFillTx/>
              <a:latin typeface="Courier" pitchFamily="2" charset="0"/>
              <a:ea typeface="+mn-ea"/>
              <a:cs typeface="+mn-cs"/>
            </a:endParaRPr>
          </a:p>
        </p:txBody>
      </p:sp>
      <p:sp>
        <p:nvSpPr>
          <p:cNvPr id="9" name="Rectangle 8">
            <a:extLst>
              <a:ext uri="{FF2B5EF4-FFF2-40B4-BE49-F238E27FC236}">
                <a16:creationId xmlns:a16="http://schemas.microsoft.com/office/drawing/2014/main" id="{A9F9E260-4B3E-3037-E489-62A62D430A25}"/>
              </a:ext>
            </a:extLst>
          </p:cNvPr>
          <p:cNvSpPr/>
          <p:nvPr/>
        </p:nvSpPr>
        <p:spPr>
          <a:xfrm>
            <a:off x="1044533" y="4136659"/>
            <a:ext cx="7093627" cy="20969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Cost Savings</a:t>
            </a:r>
          </a:p>
          <a:p>
            <a:pPr marL="342900" indent="-342900" algn="l" fontAlgn="base">
              <a:lnSpc>
                <a:spcPts val="1800"/>
              </a:lnSpc>
              <a:buFont typeface="Arial" panose="020B0604020202020204" pitchFamily="34" charset="0"/>
              <a:buChar char="•"/>
            </a:pPr>
            <a:endParaRPr lang="en-US" sz="2400" i="0" dirty="0">
              <a:solidFill>
                <a:srgbClr val="060607"/>
              </a:solidFill>
              <a:effectLst/>
              <a:latin typeface="inherit"/>
            </a:endParaRPr>
          </a:p>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Increased Sales</a:t>
            </a:r>
          </a:p>
          <a:p>
            <a:pPr marL="342900" indent="-342900" algn="l" fontAlgn="base">
              <a:lnSpc>
                <a:spcPts val="1800"/>
              </a:lnSpc>
              <a:buFont typeface="Arial" panose="020B0604020202020204" pitchFamily="34" charset="0"/>
              <a:buChar char="•"/>
            </a:pPr>
            <a:endParaRPr lang="en-US" sz="2400" i="0" dirty="0">
              <a:solidFill>
                <a:srgbClr val="060607"/>
              </a:solidFill>
              <a:effectLst/>
              <a:latin typeface="inherit"/>
            </a:endParaRPr>
          </a:p>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Community Building</a:t>
            </a:r>
          </a:p>
          <a:p>
            <a:pPr marL="342900" indent="-342900" algn="l" fontAlgn="base">
              <a:lnSpc>
                <a:spcPts val="1800"/>
              </a:lnSpc>
              <a:buFont typeface="Arial" panose="020B0604020202020204" pitchFamily="34" charset="0"/>
              <a:buChar char="•"/>
            </a:pPr>
            <a:endParaRPr lang="en-US" sz="2400" i="0" dirty="0">
              <a:solidFill>
                <a:srgbClr val="060607"/>
              </a:solidFill>
              <a:effectLst/>
              <a:latin typeface="inherit"/>
            </a:endParaRPr>
          </a:p>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Environmental Impact</a:t>
            </a:r>
          </a:p>
          <a:p>
            <a:pPr marL="342900" indent="-342900" algn="l" fontAlgn="base">
              <a:lnSpc>
                <a:spcPts val="1800"/>
              </a:lnSpc>
              <a:buFont typeface="Arial" panose="020B0604020202020204" pitchFamily="34" charset="0"/>
              <a:buChar char="•"/>
            </a:pPr>
            <a:endParaRPr lang="en-US" sz="2400" i="0" dirty="0">
              <a:solidFill>
                <a:srgbClr val="060607"/>
              </a:solidFill>
              <a:effectLst/>
              <a:latin typeface="inherit"/>
            </a:endParaRPr>
          </a:p>
          <a:p>
            <a:pPr marL="342900" indent="-342900" algn="l" fontAlgn="base">
              <a:lnSpc>
                <a:spcPts val="1800"/>
              </a:lnSpc>
              <a:buFont typeface="Arial" panose="020B0604020202020204" pitchFamily="34" charset="0"/>
              <a:buChar char="•"/>
            </a:pPr>
            <a:r>
              <a:rPr lang="en-US" sz="2400" i="0" dirty="0">
                <a:solidFill>
                  <a:srgbClr val="060607"/>
                </a:solidFill>
                <a:effectLst/>
                <a:latin typeface="inherit"/>
              </a:rPr>
              <a:t>Convenience</a:t>
            </a:r>
          </a:p>
        </p:txBody>
      </p:sp>
    </p:spTree>
    <p:extLst>
      <p:ext uri="{BB962C8B-B14F-4D97-AF65-F5344CB8AC3E}">
        <p14:creationId xmlns:p14="http://schemas.microsoft.com/office/powerpoint/2010/main" val="865897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8A133F-854A-B7B8-C274-5F139888DD3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236EE1E-2917-D933-B6F1-86572B486756}"/>
              </a:ext>
            </a:extLst>
          </p:cNvPr>
          <p:cNvPicPr>
            <a:picLocks noChangeAspect="1"/>
          </p:cNvPicPr>
          <p:nvPr/>
        </p:nvPicPr>
        <p:blipFill>
          <a:blip r:embed="rId3"/>
          <a:stretch>
            <a:fillRect/>
          </a:stretch>
        </p:blipFill>
        <p:spPr>
          <a:xfrm>
            <a:off x="0" y="0"/>
            <a:ext cx="12191999" cy="6858000"/>
          </a:xfrm>
          <a:prstGeom prst="rect">
            <a:avLst/>
          </a:prstGeom>
        </p:spPr>
      </p:pic>
      <p:grpSp>
        <p:nvGrpSpPr>
          <p:cNvPr id="236" name="Group 235">
            <a:extLst>
              <a:ext uri="{FF2B5EF4-FFF2-40B4-BE49-F238E27FC236}">
                <a16:creationId xmlns:a16="http://schemas.microsoft.com/office/drawing/2014/main" id="{8E89A629-B1CC-201B-4C96-7BB533D82BB0}"/>
              </a:ext>
            </a:extLst>
          </p:cNvPr>
          <p:cNvGrpSpPr/>
          <p:nvPr/>
        </p:nvGrpSpPr>
        <p:grpSpPr>
          <a:xfrm>
            <a:off x="10319546" y="61137"/>
            <a:ext cx="1813078" cy="1709844"/>
            <a:chOff x="4301836" y="1542184"/>
            <a:chExt cx="4242954" cy="4001365"/>
          </a:xfrm>
          <a:solidFill>
            <a:srgbClr val="E7E9DE"/>
          </a:solidFill>
        </p:grpSpPr>
        <p:sp>
          <p:nvSpPr>
            <p:cNvPr id="237" name="Freeform 236">
              <a:extLst>
                <a:ext uri="{FF2B5EF4-FFF2-40B4-BE49-F238E27FC236}">
                  <a16:creationId xmlns:a16="http://schemas.microsoft.com/office/drawing/2014/main" id="{126DBA4D-8A0F-4A6D-FE29-03F8D480CC7E}"/>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8" name="Freeform 237">
              <a:extLst>
                <a:ext uri="{FF2B5EF4-FFF2-40B4-BE49-F238E27FC236}">
                  <a16:creationId xmlns:a16="http://schemas.microsoft.com/office/drawing/2014/main" id="{C51F891D-8FB2-26E4-7FE9-694551A19F2F}"/>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9" name="Freeform 238">
              <a:extLst>
                <a:ext uri="{FF2B5EF4-FFF2-40B4-BE49-F238E27FC236}">
                  <a16:creationId xmlns:a16="http://schemas.microsoft.com/office/drawing/2014/main" id="{BD2AE279-64F0-3259-D86E-9611EDF265EE}"/>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0" name="Freeform 239">
              <a:extLst>
                <a:ext uri="{FF2B5EF4-FFF2-40B4-BE49-F238E27FC236}">
                  <a16:creationId xmlns:a16="http://schemas.microsoft.com/office/drawing/2014/main" id="{73FD1A08-2D9F-006B-C004-7ED008E6646E}"/>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1" name="Freeform 240">
              <a:extLst>
                <a:ext uri="{FF2B5EF4-FFF2-40B4-BE49-F238E27FC236}">
                  <a16:creationId xmlns:a16="http://schemas.microsoft.com/office/drawing/2014/main" id="{4823F8EF-A9C4-F5A5-E7C1-2E97E7DF01E9}"/>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2" name="Freeform 241">
              <a:extLst>
                <a:ext uri="{FF2B5EF4-FFF2-40B4-BE49-F238E27FC236}">
                  <a16:creationId xmlns:a16="http://schemas.microsoft.com/office/drawing/2014/main" id="{47C8E391-3D63-4426-19B3-2A4BA279113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3" name="Freeform 242">
              <a:extLst>
                <a:ext uri="{FF2B5EF4-FFF2-40B4-BE49-F238E27FC236}">
                  <a16:creationId xmlns:a16="http://schemas.microsoft.com/office/drawing/2014/main" id="{5CFD9CD5-D8BF-CA25-BAEB-C5051B6C61F1}"/>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4" name="Freeform 243">
              <a:extLst>
                <a:ext uri="{FF2B5EF4-FFF2-40B4-BE49-F238E27FC236}">
                  <a16:creationId xmlns:a16="http://schemas.microsoft.com/office/drawing/2014/main" id="{0E367999-0DAF-B53D-E6A3-64C8BBB36249}"/>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5" name="Freeform 244">
              <a:extLst>
                <a:ext uri="{FF2B5EF4-FFF2-40B4-BE49-F238E27FC236}">
                  <a16:creationId xmlns:a16="http://schemas.microsoft.com/office/drawing/2014/main" id="{53795E40-FF5D-9D02-56E9-3A8CF59ED8EF}"/>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6" name="Freeform 245">
              <a:extLst>
                <a:ext uri="{FF2B5EF4-FFF2-40B4-BE49-F238E27FC236}">
                  <a16:creationId xmlns:a16="http://schemas.microsoft.com/office/drawing/2014/main" id="{52E22D33-18EF-A44D-491D-B9DB820E2471}"/>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7" name="Freeform 246">
              <a:extLst>
                <a:ext uri="{FF2B5EF4-FFF2-40B4-BE49-F238E27FC236}">
                  <a16:creationId xmlns:a16="http://schemas.microsoft.com/office/drawing/2014/main" id="{51A88EC8-6F84-AE2D-4263-0EB7A647E366}"/>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8" name="Freeform 247">
              <a:extLst>
                <a:ext uri="{FF2B5EF4-FFF2-40B4-BE49-F238E27FC236}">
                  <a16:creationId xmlns:a16="http://schemas.microsoft.com/office/drawing/2014/main" id="{A58A4FD9-1781-EDDB-AFBA-E8D2844B7B50}"/>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9" name="Freeform 248">
              <a:extLst>
                <a:ext uri="{FF2B5EF4-FFF2-40B4-BE49-F238E27FC236}">
                  <a16:creationId xmlns:a16="http://schemas.microsoft.com/office/drawing/2014/main" id="{E32A0A18-831D-F869-BBC1-669FAC245084}"/>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0" name="Freeform 249">
              <a:extLst>
                <a:ext uri="{FF2B5EF4-FFF2-40B4-BE49-F238E27FC236}">
                  <a16:creationId xmlns:a16="http://schemas.microsoft.com/office/drawing/2014/main" id="{B57455E8-7DC4-2130-1F6C-DBFA3142557B}"/>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1" name="Freeform 250">
              <a:extLst>
                <a:ext uri="{FF2B5EF4-FFF2-40B4-BE49-F238E27FC236}">
                  <a16:creationId xmlns:a16="http://schemas.microsoft.com/office/drawing/2014/main" id="{01A31786-6709-DF74-8842-50751791D18A}"/>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2" name="Freeform 251">
              <a:extLst>
                <a:ext uri="{FF2B5EF4-FFF2-40B4-BE49-F238E27FC236}">
                  <a16:creationId xmlns:a16="http://schemas.microsoft.com/office/drawing/2014/main" id="{92609711-B72B-52BA-7265-BC3B476C943E}"/>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3" name="Freeform 252">
              <a:extLst>
                <a:ext uri="{FF2B5EF4-FFF2-40B4-BE49-F238E27FC236}">
                  <a16:creationId xmlns:a16="http://schemas.microsoft.com/office/drawing/2014/main" id="{B718648A-44B2-D8F4-CC7B-C36DD32B2533}"/>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4" name="Freeform 253">
              <a:extLst>
                <a:ext uri="{FF2B5EF4-FFF2-40B4-BE49-F238E27FC236}">
                  <a16:creationId xmlns:a16="http://schemas.microsoft.com/office/drawing/2014/main" id="{2A2A390D-D632-FF9A-3A20-A35A21CECFC2}"/>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5" name="Freeform 254">
              <a:extLst>
                <a:ext uri="{FF2B5EF4-FFF2-40B4-BE49-F238E27FC236}">
                  <a16:creationId xmlns:a16="http://schemas.microsoft.com/office/drawing/2014/main" id="{D473C645-C256-B177-DD89-B41FACB5CE2A}"/>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6" name="Freeform 255">
              <a:extLst>
                <a:ext uri="{FF2B5EF4-FFF2-40B4-BE49-F238E27FC236}">
                  <a16:creationId xmlns:a16="http://schemas.microsoft.com/office/drawing/2014/main" id="{89965928-E9BC-53A6-E097-68A2AC792E12}"/>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7" name="Freeform 256">
              <a:extLst>
                <a:ext uri="{FF2B5EF4-FFF2-40B4-BE49-F238E27FC236}">
                  <a16:creationId xmlns:a16="http://schemas.microsoft.com/office/drawing/2014/main" id="{657D2BF7-3DB3-3F7B-B6F0-26EC4A9C9DA7}"/>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8" name="Freeform 257">
              <a:extLst>
                <a:ext uri="{FF2B5EF4-FFF2-40B4-BE49-F238E27FC236}">
                  <a16:creationId xmlns:a16="http://schemas.microsoft.com/office/drawing/2014/main" id="{ACFCC34D-060A-8E91-3DF6-1E8E65AFE84D}"/>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9" name="Freeform 258">
              <a:extLst>
                <a:ext uri="{FF2B5EF4-FFF2-40B4-BE49-F238E27FC236}">
                  <a16:creationId xmlns:a16="http://schemas.microsoft.com/office/drawing/2014/main" id="{7B2D60C3-F89B-847A-862B-1C382EF1AA02}"/>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0" name="Freeform 259">
              <a:extLst>
                <a:ext uri="{FF2B5EF4-FFF2-40B4-BE49-F238E27FC236}">
                  <a16:creationId xmlns:a16="http://schemas.microsoft.com/office/drawing/2014/main" id="{5B645E61-0F52-130D-B44E-7D2257C34816}"/>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1" name="Freeform 260">
              <a:extLst>
                <a:ext uri="{FF2B5EF4-FFF2-40B4-BE49-F238E27FC236}">
                  <a16:creationId xmlns:a16="http://schemas.microsoft.com/office/drawing/2014/main" id="{28640CA3-710B-84AD-4DAE-EC021D390BCB}"/>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2" name="Freeform 261">
              <a:extLst>
                <a:ext uri="{FF2B5EF4-FFF2-40B4-BE49-F238E27FC236}">
                  <a16:creationId xmlns:a16="http://schemas.microsoft.com/office/drawing/2014/main" id="{BDE95713-D658-35CD-B4E6-66C884157D3A}"/>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3" name="Freeform 262">
              <a:extLst>
                <a:ext uri="{FF2B5EF4-FFF2-40B4-BE49-F238E27FC236}">
                  <a16:creationId xmlns:a16="http://schemas.microsoft.com/office/drawing/2014/main" id="{5B24A6C1-8100-D244-63CD-934390E18272}"/>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4" name="Freeform 263">
              <a:extLst>
                <a:ext uri="{FF2B5EF4-FFF2-40B4-BE49-F238E27FC236}">
                  <a16:creationId xmlns:a16="http://schemas.microsoft.com/office/drawing/2014/main" id="{50908ECF-1E27-DC95-1040-56EABD9D2F8E}"/>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5" name="Freeform 264">
              <a:extLst>
                <a:ext uri="{FF2B5EF4-FFF2-40B4-BE49-F238E27FC236}">
                  <a16:creationId xmlns:a16="http://schemas.microsoft.com/office/drawing/2014/main" id="{8A25C185-D339-48B4-7117-B46F362474D3}"/>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6" name="Freeform 265">
              <a:extLst>
                <a:ext uri="{FF2B5EF4-FFF2-40B4-BE49-F238E27FC236}">
                  <a16:creationId xmlns:a16="http://schemas.microsoft.com/office/drawing/2014/main" id="{2D86B990-9177-3DF9-50E6-E34F38834155}"/>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7" name="Freeform 266">
              <a:extLst>
                <a:ext uri="{FF2B5EF4-FFF2-40B4-BE49-F238E27FC236}">
                  <a16:creationId xmlns:a16="http://schemas.microsoft.com/office/drawing/2014/main" id="{9C71DF40-C101-DB87-D5FE-FD00B0D9435C}"/>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8" name="Freeform 267">
              <a:extLst>
                <a:ext uri="{FF2B5EF4-FFF2-40B4-BE49-F238E27FC236}">
                  <a16:creationId xmlns:a16="http://schemas.microsoft.com/office/drawing/2014/main" id="{C0FFDB73-3D87-F74D-3AC8-3B752A542211}"/>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9" name="Freeform 268">
              <a:extLst>
                <a:ext uri="{FF2B5EF4-FFF2-40B4-BE49-F238E27FC236}">
                  <a16:creationId xmlns:a16="http://schemas.microsoft.com/office/drawing/2014/main" id="{E9A4B845-C467-6CC3-FA4F-BB6C90034C5D}"/>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0" name="Freeform 269">
              <a:extLst>
                <a:ext uri="{FF2B5EF4-FFF2-40B4-BE49-F238E27FC236}">
                  <a16:creationId xmlns:a16="http://schemas.microsoft.com/office/drawing/2014/main" id="{0DDE84AC-DC2F-2638-AC42-F81FD0CE69A6}"/>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1" name="Freeform 270">
              <a:extLst>
                <a:ext uri="{FF2B5EF4-FFF2-40B4-BE49-F238E27FC236}">
                  <a16:creationId xmlns:a16="http://schemas.microsoft.com/office/drawing/2014/main" id="{A1D6B5AD-5155-184A-8818-6256FC808C24}"/>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2" name="Freeform 271">
              <a:extLst>
                <a:ext uri="{FF2B5EF4-FFF2-40B4-BE49-F238E27FC236}">
                  <a16:creationId xmlns:a16="http://schemas.microsoft.com/office/drawing/2014/main" id="{85FC933D-8E54-6C9D-B357-4F27DA3B12D8}"/>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3" name="Freeform 272">
              <a:extLst>
                <a:ext uri="{FF2B5EF4-FFF2-40B4-BE49-F238E27FC236}">
                  <a16:creationId xmlns:a16="http://schemas.microsoft.com/office/drawing/2014/main" id="{47E99C35-4E74-70B8-6867-3A311B54CE4C}"/>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4" name="Freeform 273">
              <a:extLst>
                <a:ext uri="{FF2B5EF4-FFF2-40B4-BE49-F238E27FC236}">
                  <a16:creationId xmlns:a16="http://schemas.microsoft.com/office/drawing/2014/main" id="{473F7AA4-E90B-9A53-FBA5-00793140F36A}"/>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5" name="Freeform 274">
              <a:extLst>
                <a:ext uri="{FF2B5EF4-FFF2-40B4-BE49-F238E27FC236}">
                  <a16:creationId xmlns:a16="http://schemas.microsoft.com/office/drawing/2014/main" id="{8D61615D-1AB9-2401-1CFC-BC067BD020E9}"/>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6" name="Freeform 275">
              <a:extLst>
                <a:ext uri="{FF2B5EF4-FFF2-40B4-BE49-F238E27FC236}">
                  <a16:creationId xmlns:a16="http://schemas.microsoft.com/office/drawing/2014/main" id="{9AC1D7F1-9492-0AFE-E5AB-C4A97E714EA6}"/>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7" name="Freeform 276">
              <a:extLst>
                <a:ext uri="{FF2B5EF4-FFF2-40B4-BE49-F238E27FC236}">
                  <a16:creationId xmlns:a16="http://schemas.microsoft.com/office/drawing/2014/main" id="{2C9E4EE2-8BB4-EFBC-5CDE-CD9AD20004F9}"/>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8" name="Freeform 277">
              <a:extLst>
                <a:ext uri="{FF2B5EF4-FFF2-40B4-BE49-F238E27FC236}">
                  <a16:creationId xmlns:a16="http://schemas.microsoft.com/office/drawing/2014/main" id="{7B3BEB19-78A9-E6E4-3243-7F1955CC7E9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9" name="Freeform 278">
              <a:extLst>
                <a:ext uri="{FF2B5EF4-FFF2-40B4-BE49-F238E27FC236}">
                  <a16:creationId xmlns:a16="http://schemas.microsoft.com/office/drawing/2014/main" id="{53B544E4-DD48-74B3-BB94-4BE66A25B5A3}"/>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0" name="Freeform 279">
              <a:extLst>
                <a:ext uri="{FF2B5EF4-FFF2-40B4-BE49-F238E27FC236}">
                  <a16:creationId xmlns:a16="http://schemas.microsoft.com/office/drawing/2014/main" id="{87C1E144-FD35-77F2-C76D-456B98FECE8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1" name="Freeform 280">
              <a:extLst>
                <a:ext uri="{FF2B5EF4-FFF2-40B4-BE49-F238E27FC236}">
                  <a16:creationId xmlns:a16="http://schemas.microsoft.com/office/drawing/2014/main" id="{F7459FDD-74BD-A2CB-503D-1C00EFB0C3C1}"/>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2" name="Freeform 281">
              <a:extLst>
                <a:ext uri="{FF2B5EF4-FFF2-40B4-BE49-F238E27FC236}">
                  <a16:creationId xmlns:a16="http://schemas.microsoft.com/office/drawing/2014/main" id="{87D169D1-500B-16ED-1E26-CFBACEBCA5C0}"/>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3" name="Freeform 282">
              <a:extLst>
                <a:ext uri="{FF2B5EF4-FFF2-40B4-BE49-F238E27FC236}">
                  <a16:creationId xmlns:a16="http://schemas.microsoft.com/office/drawing/2014/main" id="{55A10292-3086-4DD1-C546-E81F960BBC1C}"/>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4" name="Freeform 283">
              <a:extLst>
                <a:ext uri="{FF2B5EF4-FFF2-40B4-BE49-F238E27FC236}">
                  <a16:creationId xmlns:a16="http://schemas.microsoft.com/office/drawing/2014/main" id="{80AFBF76-4513-5730-CE9F-523C96E26748}"/>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5" name="Freeform 284">
              <a:extLst>
                <a:ext uri="{FF2B5EF4-FFF2-40B4-BE49-F238E27FC236}">
                  <a16:creationId xmlns:a16="http://schemas.microsoft.com/office/drawing/2014/main" id="{497AE7A2-39DC-209C-8BA6-12694F0206E9}"/>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6" name="Freeform 285">
              <a:extLst>
                <a:ext uri="{FF2B5EF4-FFF2-40B4-BE49-F238E27FC236}">
                  <a16:creationId xmlns:a16="http://schemas.microsoft.com/office/drawing/2014/main" id="{BCD9AB93-51D0-BA69-D59B-B5B9AFD75E36}"/>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7" name="Freeform 286">
              <a:extLst>
                <a:ext uri="{FF2B5EF4-FFF2-40B4-BE49-F238E27FC236}">
                  <a16:creationId xmlns:a16="http://schemas.microsoft.com/office/drawing/2014/main" id="{9A7C8418-4E45-CE50-CD61-27DABFCDB912}"/>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8" name="Freeform 287">
              <a:extLst>
                <a:ext uri="{FF2B5EF4-FFF2-40B4-BE49-F238E27FC236}">
                  <a16:creationId xmlns:a16="http://schemas.microsoft.com/office/drawing/2014/main" id="{F440BBAB-F18D-9913-0559-A5389390710A}"/>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9" name="Freeform 288">
              <a:extLst>
                <a:ext uri="{FF2B5EF4-FFF2-40B4-BE49-F238E27FC236}">
                  <a16:creationId xmlns:a16="http://schemas.microsoft.com/office/drawing/2014/main" id="{3F695BFE-1A63-DC6F-81AB-88953F548127}"/>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0" name="Freeform 289">
              <a:extLst>
                <a:ext uri="{FF2B5EF4-FFF2-40B4-BE49-F238E27FC236}">
                  <a16:creationId xmlns:a16="http://schemas.microsoft.com/office/drawing/2014/main" id="{764A2E30-2164-4BE1-7251-4C4B474CF150}"/>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1" name="Freeform 290">
              <a:extLst>
                <a:ext uri="{FF2B5EF4-FFF2-40B4-BE49-F238E27FC236}">
                  <a16:creationId xmlns:a16="http://schemas.microsoft.com/office/drawing/2014/main" id="{0F76AAF1-7C2E-A2BB-55B0-942D75D3277C}"/>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2" name="Freeform 291">
              <a:extLst>
                <a:ext uri="{FF2B5EF4-FFF2-40B4-BE49-F238E27FC236}">
                  <a16:creationId xmlns:a16="http://schemas.microsoft.com/office/drawing/2014/main" id="{570383EF-4C2C-3904-EF3D-CEFD50FD71D7}"/>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3" name="Freeform 292">
              <a:extLst>
                <a:ext uri="{FF2B5EF4-FFF2-40B4-BE49-F238E27FC236}">
                  <a16:creationId xmlns:a16="http://schemas.microsoft.com/office/drawing/2014/main" id="{91983760-7318-4E72-DE7C-5188F9E75141}"/>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4" name="Freeform 293">
              <a:extLst>
                <a:ext uri="{FF2B5EF4-FFF2-40B4-BE49-F238E27FC236}">
                  <a16:creationId xmlns:a16="http://schemas.microsoft.com/office/drawing/2014/main" id="{0B98AFA4-F16C-F9F4-FF66-A76EAE2351FF}"/>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5" name="Freeform 294">
              <a:extLst>
                <a:ext uri="{FF2B5EF4-FFF2-40B4-BE49-F238E27FC236}">
                  <a16:creationId xmlns:a16="http://schemas.microsoft.com/office/drawing/2014/main" id="{E4585641-D9B5-5352-0F72-7E967E34F451}"/>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6" name="Freeform 295">
              <a:extLst>
                <a:ext uri="{FF2B5EF4-FFF2-40B4-BE49-F238E27FC236}">
                  <a16:creationId xmlns:a16="http://schemas.microsoft.com/office/drawing/2014/main" id="{93423E07-FA74-6E46-91D1-DB54CC75FFA2}"/>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7" name="Freeform 296">
              <a:extLst>
                <a:ext uri="{FF2B5EF4-FFF2-40B4-BE49-F238E27FC236}">
                  <a16:creationId xmlns:a16="http://schemas.microsoft.com/office/drawing/2014/main" id="{B2A9AF31-163A-24D4-EF1B-21E678060D17}"/>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8" name="Freeform 297">
              <a:extLst>
                <a:ext uri="{FF2B5EF4-FFF2-40B4-BE49-F238E27FC236}">
                  <a16:creationId xmlns:a16="http://schemas.microsoft.com/office/drawing/2014/main" id="{09E8BAD5-8CC1-2F88-0F7E-AC9E133F500F}"/>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9" name="Freeform 298">
              <a:extLst>
                <a:ext uri="{FF2B5EF4-FFF2-40B4-BE49-F238E27FC236}">
                  <a16:creationId xmlns:a16="http://schemas.microsoft.com/office/drawing/2014/main" id="{A27CE609-516C-3CD3-3445-559B3351CC72}"/>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Freeform 299">
              <a:extLst>
                <a:ext uri="{FF2B5EF4-FFF2-40B4-BE49-F238E27FC236}">
                  <a16:creationId xmlns:a16="http://schemas.microsoft.com/office/drawing/2014/main" id="{9D40F1C7-1B25-E4D2-B65F-1ADCDD519448}"/>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Freeform 300">
              <a:extLst>
                <a:ext uri="{FF2B5EF4-FFF2-40B4-BE49-F238E27FC236}">
                  <a16:creationId xmlns:a16="http://schemas.microsoft.com/office/drawing/2014/main" id="{5B9B04DE-7503-322A-29F9-75A9E34F8D69}"/>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Freeform 301">
              <a:extLst>
                <a:ext uri="{FF2B5EF4-FFF2-40B4-BE49-F238E27FC236}">
                  <a16:creationId xmlns:a16="http://schemas.microsoft.com/office/drawing/2014/main" id="{7A7914EE-6F3C-C618-04D9-90C413A1B9B5}"/>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3" name="Freeform 302">
              <a:extLst>
                <a:ext uri="{FF2B5EF4-FFF2-40B4-BE49-F238E27FC236}">
                  <a16:creationId xmlns:a16="http://schemas.microsoft.com/office/drawing/2014/main" id="{770DBA81-BFC7-ECC9-352B-D4FE813F20D2}"/>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4" name="Freeform 303">
              <a:extLst>
                <a:ext uri="{FF2B5EF4-FFF2-40B4-BE49-F238E27FC236}">
                  <a16:creationId xmlns:a16="http://schemas.microsoft.com/office/drawing/2014/main" id="{D19A5101-B82F-F10F-0115-AA2BC5FD2987}"/>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5" name="Freeform 304">
              <a:extLst>
                <a:ext uri="{FF2B5EF4-FFF2-40B4-BE49-F238E27FC236}">
                  <a16:creationId xmlns:a16="http://schemas.microsoft.com/office/drawing/2014/main" id="{E5BEB376-FE46-5E3F-C9B0-CD686A3A5B2E}"/>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6" name="Freeform 305">
              <a:extLst>
                <a:ext uri="{FF2B5EF4-FFF2-40B4-BE49-F238E27FC236}">
                  <a16:creationId xmlns:a16="http://schemas.microsoft.com/office/drawing/2014/main" id="{303A6CB2-AC4E-E809-CE70-342716AE0534}"/>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7" name="Freeform 306">
              <a:extLst>
                <a:ext uri="{FF2B5EF4-FFF2-40B4-BE49-F238E27FC236}">
                  <a16:creationId xmlns:a16="http://schemas.microsoft.com/office/drawing/2014/main" id="{C8AA07CC-90CC-E86B-9A5A-C96B9776A8CB}"/>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8" name="Freeform 307">
              <a:extLst>
                <a:ext uri="{FF2B5EF4-FFF2-40B4-BE49-F238E27FC236}">
                  <a16:creationId xmlns:a16="http://schemas.microsoft.com/office/drawing/2014/main" id="{647D0390-4F8D-FBEA-78EA-1EC1F3A90E35}"/>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9" name="Freeform 308">
              <a:extLst>
                <a:ext uri="{FF2B5EF4-FFF2-40B4-BE49-F238E27FC236}">
                  <a16:creationId xmlns:a16="http://schemas.microsoft.com/office/drawing/2014/main" id="{0187A127-0D1B-D168-B629-DDE10764999E}"/>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Freeform 309">
              <a:extLst>
                <a:ext uri="{FF2B5EF4-FFF2-40B4-BE49-F238E27FC236}">
                  <a16:creationId xmlns:a16="http://schemas.microsoft.com/office/drawing/2014/main" id="{2AA2022C-E6CE-3102-05DD-3526D8E39FD7}"/>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Freeform 310">
              <a:extLst>
                <a:ext uri="{FF2B5EF4-FFF2-40B4-BE49-F238E27FC236}">
                  <a16:creationId xmlns:a16="http://schemas.microsoft.com/office/drawing/2014/main" id="{E0769493-0297-254A-7554-D9D98667B26F}"/>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Freeform 311">
              <a:extLst>
                <a:ext uri="{FF2B5EF4-FFF2-40B4-BE49-F238E27FC236}">
                  <a16:creationId xmlns:a16="http://schemas.microsoft.com/office/drawing/2014/main" id="{F7EB87E4-7A8E-FB93-8188-5768B196BF57}"/>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Freeform 312">
              <a:extLst>
                <a:ext uri="{FF2B5EF4-FFF2-40B4-BE49-F238E27FC236}">
                  <a16:creationId xmlns:a16="http://schemas.microsoft.com/office/drawing/2014/main" id="{7AC9552D-EA66-4401-368F-940293E9E97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4" name="Freeform 313">
              <a:extLst>
                <a:ext uri="{FF2B5EF4-FFF2-40B4-BE49-F238E27FC236}">
                  <a16:creationId xmlns:a16="http://schemas.microsoft.com/office/drawing/2014/main" id="{FDCE4D9B-0768-F7C0-8E8A-5B63ABBA02EC}"/>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5" name="Freeform 314">
              <a:extLst>
                <a:ext uri="{FF2B5EF4-FFF2-40B4-BE49-F238E27FC236}">
                  <a16:creationId xmlns:a16="http://schemas.microsoft.com/office/drawing/2014/main" id="{B2904E06-9491-4E10-460D-22C31666527F}"/>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6" name="Freeform 315">
              <a:extLst>
                <a:ext uri="{FF2B5EF4-FFF2-40B4-BE49-F238E27FC236}">
                  <a16:creationId xmlns:a16="http://schemas.microsoft.com/office/drawing/2014/main" id="{8C78F316-79C4-B3CB-FB30-04C84012E659}"/>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7" name="Freeform 316">
              <a:extLst>
                <a:ext uri="{FF2B5EF4-FFF2-40B4-BE49-F238E27FC236}">
                  <a16:creationId xmlns:a16="http://schemas.microsoft.com/office/drawing/2014/main" id="{9F69A7DA-B727-FE53-403E-BB54964C8B20}"/>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8" name="Freeform 317">
              <a:extLst>
                <a:ext uri="{FF2B5EF4-FFF2-40B4-BE49-F238E27FC236}">
                  <a16:creationId xmlns:a16="http://schemas.microsoft.com/office/drawing/2014/main" id="{D02C9225-F6E2-6754-3E40-B8A195CDB533}"/>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9" name="Freeform 318">
              <a:extLst>
                <a:ext uri="{FF2B5EF4-FFF2-40B4-BE49-F238E27FC236}">
                  <a16:creationId xmlns:a16="http://schemas.microsoft.com/office/drawing/2014/main" id="{7690C6A7-63C5-8851-8EF6-5CDAA453C48E}"/>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Freeform 319">
              <a:extLst>
                <a:ext uri="{FF2B5EF4-FFF2-40B4-BE49-F238E27FC236}">
                  <a16:creationId xmlns:a16="http://schemas.microsoft.com/office/drawing/2014/main" id="{7B5A139A-B441-A51E-069B-D82A7B16DB4E}"/>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Freeform 320">
              <a:extLst>
                <a:ext uri="{FF2B5EF4-FFF2-40B4-BE49-F238E27FC236}">
                  <a16:creationId xmlns:a16="http://schemas.microsoft.com/office/drawing/2014/main" id="{6E1CC6A9-FD3F-2CB7-6126-83C5419846F9}"/>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Freeform 321">
              <a:extLst>
                <a:ext uri="{FF2B5EF4-FFF2-40B4-BE49-F238E27FC236}">
                  <a16:creationId xmlns:a16="http://schemas.microsoft.com/office/drawing/2014/main" id="{2FF53900-11DE-06DC-57CD-45FD4229F010}"/>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Freeform 322">
              <a:extLst>
                <a:ext uri="{FF2B5EF4-FFF2-40B4-BE49-F238E27FC236}">
                  <a16:creationId xmlns:a16="http://schemas.microsoft.com/office/drawing/2014/main" id="{21ECC516-62EA-8C27-1D6E-3AE8196678CA}"/>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4" name="Freeform 323">
              <a:extLst>
                <a:ext uri="{FF2B5EF4-FFF2-40B4-BE49-F238E27FC236}">
                  <a16:creationId xmlns:a16="http://schemas.microsoft.com/office/drawing/2014/main" id="{76A11423-E27C-E05D-A104-D8664C703D3C}"/>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5" name="Freeform 324">
              <a:extLst>
                <a:ext uri="{FF2B5EF4-FFF2-40B4-BE49-F238E27FC236}">
                  <a16:creationId xmlns:a16="http://schemas.microsoft.com/office/drawing/2014/main" id="{29283689-1F0D-0DB0-B8B6-504E909E5250}"/>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6" name="Freeform 325">
              <a:extLst>
                <a:ext uri="{FF2B5EF4-FFF2-40B4-BE49-F238E27FC236}">
                  <a16:creationId xmlns:a16="http://schemas.microsoft.com/office/drawing/2014/main" id="{B4130D57-AE3C-066C-4EA5-0B950CBAC674}"/>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7" name="Freeform 326">
              <a:extLst>
                <a:ext uri="{FF2B5EF4-FFF2-40B4-BE49-F238E27FC236}">
                  <a16:creationId xmlns:a16="http://schemas.microsoft.com/office/drawing/2014/main" id="{36A3508C-D49A-0FED-A09F-F9D2AB55D74A}"/>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8" name="Freeform 327">
              <a:extLst>
                <a:ext uri="{FF2B5EF4-FFF2-40B4-BE49-F238E27FC236}">
                  <a16:creationId xmlns:a16="http://schemas.microsoft.com/office/drawing/2014/main" id="{27AAF684-2439-FEF7-08FC-21BFF8CBDB4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9" name="Freeform 328">
              <a:extLst>
                <a:ext uri="{FF2B5EF4-FFF2-40B4-BE49-F238E27FC236}">
                  <a16:creationId xmlns:a16="http://schemas.microsoft.com/office/drawing/2014/main" id="{EBBC8A74-1055-0DCF-7D34-78F9A76CC1E2}"/>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Freeform 329">
              <a:extLst>
                <a:ext uri="{FF2B5EF4-FFF2-40B4-BE49-F238E27FC236}">
                  <a16:creationId xmlns:a16="http://schemas.microsoft.com/office/drawing/2014/main" id="{9048665D-D08B-566D-0EA7-78764C62705D}"/>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Freeform 330">
              <a:extLst>
                <a:ext uri="{FF2B5EF4-FFF2-40B4-BE49-F238E27FC236}">
                  <a16:creationId xmlns:a16="http://schemas.microsoft.com/office/drawing/2014/main" id="{E24E580D-0D06-EEAF-9D7D-C2D966907DD4}"/>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Freeform 331">
              <a:extLst>
                <a:ext uri="{FF2B5EF4-FFF2-40B4-BE49-F238E27FC236}">
                  <a16:creationId xmlns:a16="http://schemas.microsoft.com/office/drawing/2014/main" id="{BC6D0F9C-EB49-6FE2-69FD-09C5CF50C71E}"/>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3" name="Freeform 332">
              <a:extLst>
                <a:ext uri="{FF2B5EF4-FFF2-40B4-BE49-F238E27FC236}">
                  <a16:creationId xmlns:a16="http://schemas.microsoft.com/office/drawing/2014/main" id="{095C9158-4A41-151F-90E8-2021BB440751}"/>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4" name="Freeform 333">
              <a:extLst>
                <a:ext uri="{FF2B5EF4-FFF2-40B4-BE49-F238E27FC236}">
                  <a16:creationId xmlns:a16="http://schemas.microsoft.com/office/drawing/2014/main" id="{D913677D-534C-F648-848E-336DFA922F78}"/>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5" name="Freeform 334">
              <a:extLst>
                <a:ext uri="{FF2B5EF4-FFF2-40B4-BE49-F238E27FC236}">
                  <a16:creationId xmlns:a16="http://schemas.microsoft.com/office/drawing/2014/main" id="{2783D695-69E5-473F-B794-808EF00C22F3}"/>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6" name="Freeform 335">
              <a:extLst>
                <a:ext uri="{FF2B5EF4-FFF2-40B4-BE49-F238E27FC236}">
                  <a16:creationId xmlns:a16="http://schemas.microsoft.com/office/drawing/2014/main" id="{E059F3BA-7440-0A3D-5A7B-8D096472A1B1}"/>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7" name="Freeform 336">
              <a:extLst>
                <a:ext uri="{FF2B5EF4-FFF2-40B4-BE49-F238E27FC236}">
                  <a16:creationId xmlns:a16="http://schemas.microsoft.com/office/drawing/2014/main" id="{52069DF0-50DC-78FA-45C7-0963CBB092F3}"/>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8" name="Freeform 337">
              <a:extLst>
                <a:ext uri="{FF2B5EF4-FFF2-40B4-BE49-F238E27FC236}">
                  <a16:creationId xmlns:a16="http://schemas.microsoft.com/office/drawing/2014/main" id="{402553F7-4881-9606-699A-7459D60E7D9E}"/>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9" name="Freeform 338">
              <a:extLst>
                <a:ext uri="{FF2B5EF4-FFF2-40B4-BE49-F238E27FC236}">
                  <a16:creationId xmlns:a16="http://schemas.microsoft.com/office/drawing/2014/main" id="{6469C3B6-FCA0-AC5B-41F2-71626419459E}"/>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0" name="Freeform 339">
              <a:extLst>
                <a:ext uri="{FF2B5EF4-FFF2-40B4-BE49-F238E27FC236}">
                  <a16:creationId xmlns:a16="http://schemas.microsoft.com/office/drawing/2014/main" id="{BF6071D4-BB93-7016-C241-CD4A16AC2E28}"/>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1" name="Freeform 340">
              <a:extLst>
                <a:ext uri="{FF2B5EF4-FFF2-40B4-BE49-F238E27FC236}">
                  <a16:creationId xmlns:a16="http://schemas.microsoft.com/office/drawing/2014/main" id="{E3AEDD86-6330-8D06-A375-96E9DC8D63E1}"/>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2" name="Freeform 341">
              <a:extLst>
                <a:ext uri="{FF2B5EF4-FFF2-40B4-BE49-F238E27FC236}">
                  <a16:creationId xmlns:a16="http://schemas.microsoft.com/office/drawing/2014/main" id="{D3C90D0D-D7CA-FBC8-E3D8-FB938F5E9464}"/>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3" name="Freeform 342">
              <a:extLst>
                <a:ext uri="{FF2B5EF4-FFF2-40B4-BE49-F238E27FC236}">
                  <a16:creationId xmlns:a16="http://schemas.microsoft.com/office/drawing/2014/main" id="{B4F55AB3-31CF-85CD-B5A5-6FC49CC69AF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4" name="Freeform 343">
              <a:extLst>
                <a:ext uri="{FF2B5EF4-FFF2-40B4-BE49-F238E27FC236}">
                  <a16:creationId xmlns:a16="http://schemas.microsoft.com/office/drawing/2014/main" id="{6E490EEE-DAA1-E620-0FFC-0A37E91C0FED}"/>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5" name="Freeform 344">
              <a:extLst>
                <a:ext uri="{FF2B5EF4-FFF2-40B4-BE49-F238E27FC236}">
                  <a16:creationId xmlns:a16="http://schemas.microsoft.com/office/drawing/2014/main" id="{41B6A2A7-195E-989B-CE72-7F29A36378A6}"/>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6" name="Freeform 345">
              <a:extLst>
                <a:ext uri="{FF2B5EF4-FFF2-40B4-BE49-F238E27FC236}">
                  <a16:creationId xmlns:a16="http://schemas.microsoft.com/office/drawing/2014/main" id="{E2CD284C-6200-273C-90F7-0177EF7FA1FF}"/>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7" name="Freeform 346">
              <a:extLst>
                <a:ext uri="{FF2B5EF4-FFF2-40B4-BE49-F238E27FC236}">
                  <a16:creationId xmlns:a16="http://schemas.microsoft.com/office/drawing/2014/main" id="{DB8B13B7-2BA6-7782-DFBA-397A2549F83E}"/>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8" name="Freeform 347">
              <a:extLst>
                <a:ext uri="{FF2B5EF4-FFF2-40B4-BE49-F238E27FC236}">
                  <a16:creationId xmlns:a16="http://schemas.microsoft.com/office/drawing/2014/main" id="{1C916CF6-838A-B4B1-936B-294006646937}"/>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9" name="Freeform 348">
              <a:extLst>
                <a:ext uri="{FF2B5EF4-FFF2-40B4-BE49-F238E27FC236}">
                  <a16:creationId xmlns:a16="http://schemas.microsoft.com/office/drawing/2014/main" id="{6997708E-4455-0E8F-6AED-5ACB3419DE08}"/>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0" name="Freeform 349">
              <a:extLst>
                <a:ext uri="{FF2B5EF4-FFF2-40B4-BE49-F238E27FC236}">
                  <a16:creationId xmlns:a16="http://schemas.microsoft.com/office/drawing/2014/main" id="{0F065AFC-E58E-EC2F-30F5-D0903B7D3896}"/>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1" name="Freeform 350">
              <a:extLst>
                <a:ext uri="{FF2B5EF4-FFF2-40B4-BE49-F238E27FC236}">
                  <a16:creationId xmlns:a16="http://schemas.microsoft.com/office/drawing/2014/main" id="{0B528D25-0D2F-AAAC-652A-3C86EDF2384D}"/>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2" name="Freeform 351">
              <a:extLst>
                <a:ext uri="{FF2B5EF4-FFF2-40B4-BE49-F238E27FC236}">
                  <a16:creationId xmlns:a16="http://schemas.microsoft.com/office/drawing/2014/main" id="{F3F68E2F-3BB3-2628-2DE4-8354535AA20C}"/>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3" name="Freeform 352">
              <a:extLst>
                <a:ext uri="{FF2B5EF4-FFF2-40B4-BE49-F238E27FC236}">
                  <a16:creationId xmlns:a16="http://schemas.microsoft.com/office/drawing/2014/main" id="{16541015-7D66-485E-A49F-4502982E9393}"/>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4" name="Freeform 353">
              <a:extLst>
                <a:ext uri="{FF2B5EF4-FFF2-40B4-BE49-F238E27FC236}">
                  <a16:creationId xmlns:a16="http://schemas.microsoft.com/office/drawing/2014/main" id="{ED9F7BBF-37B1-7592-CF4A-21C6A84E4044}"/>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5" name="Freeform 354">
              <a:extLst>
                <a:ext uri="{FF2B5EF4-FFF2-40B4-BE49-F238E27FC236}">
                  <a16:creationId xmlns:a16="http://schemas.microsoft.com/office/drawing/2014/main" id="{96D96C0C-6126-7F89-FE24-5F001665EE5B}"/>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6" name="Freeform 355">
              <a:extLst>
                <a:ext uri="{FF2B5EF4-FFF2-40B4-BE49-F238E27FC236}">
                  <a16:creationId xmlns:a16="http://schemas.microsoft.com/office/drawing/2014/main" id="{BCBA4AA3-C466-A641-2244-5394369AAB7D}"/>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 name="Rectangle 53">
            <a:extLst>
              <a:ext uri="{FF2B5EF4-FFF2-40B4-BE49-F238E27FC236}">
                <a16:creationId xmlns:a16="http://schemas.microsoft.com/office/drawing/2014/main" id="{C08E7CD6-C3C9-4E33-DE19-989590D0192B}"/>
              </a:ext>
            </a:extLst>
          </p:cNvPr>
          <p:cNvSpPr/>
          <p:nvPr/>
        </p:nvSpPr>
        <p:spPr>
          <a:xfrm>
            <a:off x="-4906" y="0"/>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00" cap="none" spc="0" normalizeH="0" baseline="0" noProof="0" dirty="0">
                <a:ln>
                  <a:noFill/>
                </a:ln>
                <a:solidFill>
                  <a:schemeClr val="tx1"/>
                </a:solidFill>
                <a:effectLst/>
                <a:uLnTx/>
                <a:uFillTx/>
                <a:latin typeface="Courier" pitchFamily="2" charset="0"/>
                <a:ea typeface="Calibri" panose="020F0502020204030204" pitchFamily="34" charset="0"/>
                <a:cs typeface="Times New Roman" panose="02020603050405020304" pitchFamily="18" charset="0"/>
              </a:rPr>
              <a:t>Methodology</a:t>
            </a:r>
          </a:p>
        </p:txBody>
      </p:sp>
      <p:grpSp>
        <p:nvGrpSpPr>
          <p:cNvPr id="357" name="Group 356">
            <a:extLst>
              <a:ext uri="{FF2B5EF4-FFF2-40B4-BE49-F238E27FC236}">
                <a16:creationId xmlns:a16="http://schemas.microsoft.com/office/drawing/2014/main" id="{6DDC01BB-7552-1F72-D5C5-614F36FCE385}"/>
              </a:ext>
            </a:extLst>
          </p:cNvPr>
          <p:cNvGrpSpPr/>
          <p:nvPr/>
        </p:nvGrpSpPr>
        <p:grpSpPr>
          <a:xfrm>
            <a:off x="8617842" y="6233640"/>
            <a:ext cx="3574157" cy="624362"/>
            <a:chOff x="8617842" y="6233640"/>
            <a:chExt cx="3574157" cy="624362"/>
          </a:xfrm>
        </p:grpSpPr>
        <p:sp>
          <p:nvSpPr>
            <p:cNvPr id="358" name="Rectangle 357">
              <a:extLst>
                <a:ext uri="{FF2B5EF4-FFF2-40B4-BE49-F238E27FC236}">
                  <a16:creationId xmlns:a16="http://schemas.microsoft.com/office/drawing/2014/main" id="{568CB6A8-D873-8306-9EAA-32589032335A}"/>
                </a:ext>
              </a:extLst>
            </p:cNvPr>
            <p:cNvSpPr/>
            <p:nvPr/>
          </p:nvSpPr>
          <p:spPr>
            <a:xfrm>
              <a:off x="8617842" y="6233640"/>
              <a:ext cx="3574157" cy="624362"/>
            </a:xfrm>
            <a:prstGeom prst="rect">
              <a:avLst/>
            </a:prstGeom>
            <a:solidFill>
              <a:srgbClr val="A134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D7D31">
                    <a:lumMod val="75000"/>
                  </a:srgbClr>
                </a:solidFill>
                <a:effectLst/>
                <a:uLnTx/>
                <a:uFillTx/>
                <a:latin typeface="Calibri"/>
                <a:ea typeface="+mn-ea"/>
                <a:cs typeface="+mn-cs"/>
              </a:endParaRPr>
            </a:p>
          </p:txBody>
        </p:sp>
        <p:grpSp>
          <p:nvGrpSpPr>
            <p:cNvPr id="359" name="Group 358">
              <a:extLst>
                <a:ext uri="{FF2B5EF4-FFF2-40B4-BE49-F238E27FC236}">
                  <a16:creationId xmlns:a16="http://schemas.microsoft.com/office/drawing/2014/main" id="{2999C2AA-10DB-53B5-475C-6F56D35C1BE0}"/>
                </a:ext>
              </a:extLst>
            </p:cNvPr>
            <p:cNvGrpSpPr/>
            <p:nvPr/>
          </p:nvGrpSpPr>
          <p:grpSpPr>
            <a:xfrm>
              <a:off x="8797456" y="6360215"/>
              <a:ext cx="3287809" cy="395763"/>
              <a:chOff x="8927295" y="6375844"/>
              <a:chExt cx="3157970" cy="380134"/>
            </a:xfrm>
          </p:grpSpPr>
          <p:grpSp>
            <p:nvGrpSpPr>
              <p:cNvPr id="360" name="Group 359">
                <a:extLst>
                  <a:ext uri="{FF2B5EF4-FFF2-40B4-BE49-F238E27FC236}">
                    <a16:creationId xmlns:a16="http://schemas.microsoft.com/office/drawing/2014/main" id="{2C1BA1C0-1667-9890-EC50-086B3B3B4B2D}"/>
                  </a:ext>
                </a:extLst>
              </p:cNvPr>
              <p:cNvGrpSpPr/>
              <p:nvPr/>
            </p:nvGrpSpPr>
            <p:grpSpPr>
              <a:xfrm>
                <a:off x="8927295" y="6376710"/>
                <a:ext cx="1351683" cy="379268"/>
                <a:chOff x="5243641" y="3189385"/>
                <a:chExt cx="1351683" cy="379268"/>
              </a:xfrm>
              <a:solidFill>
                <a:schemeClr val="bg1">
                  <a:lumMod val="95000"/>
                </a:schemeClr>
              </a:solidFill>
            </p:grpSpPr>
            <p:sp>
              <p:nvSpPr>
                <p:cNvPr id="370" name="Freeform 369">
                  <a:extLst>
                    <a:ext uri="{FF2B5EF4-FFF2-40B4-BE49-F238E27FC236}">
                      <a16:creationId xmlns:a16="http://schemas.microsoft.com/office/drawing/2014/main" id="{0C451BD4-AA1E-4129-46A0-1CF88D80F318}"/>
                    </a:ext>
                  </a:extLst>
                </p:cNvPr>
                <p:cNvSpPr/>
                <p:nvPr/>
              </p:nvSpPr>
              <p:spPr>
                <a:xfrm>
                  <a:off x="5243641"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4" y="166255"/>
                        <a:pt x="115166" y="151534"/>
                        <a:pt x="115166" y="120361"/>
                      </a:cubicBezTo>
                      <a:lnTo>
                        <a:pt x="115166" y="95250"/>
                      </a:lnTo>
                      <a:cubicBezTo>
                        <a:pt x="115166" y="71870"/>
                        <a:pt x="109970"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1" name="Freeform 370">
                  <a:extLst>
                    <a:ext uri="{FF2B5EF4-FFF2-40B4-BE49-F238E27FC236}">
                      <a16:creationId xmlns:a16="http://schemas.microsoft.com/office/drawing/2014/main" id="{A72AE507-6792-C602-0474-EC870E8C2B25}"/>
                    </a:ext>
                  </a:extLst>
                </p:cNvPr>
                <p:cNvSpPr/>
                <p:nvPr/>
              </p:nvSpPr>
              <p:spPr>
                <a:xfrm>
                  <a:off x="5460118" y="3195447"/>
                  <a:ext cx="185304" cy="368877"/>
                </a:xfrm>
                <a:custGeom>
                  <a:avLst/>
                  <a:gdLst>
                    <a:gd name="connsiteX0" fmla="*/ 71005 w 185304"/>
                    <a:gd name="connsiteY0" fmla="*/ 207818 h 368877"/>
                    <a:gd name="connsiteX1" fmla="*/ 71005 w 185304"/>
                    <a:gd name="connsiteY1" fmla="*/ 368011 h 368877"/>
                    <a:gd name="connsiteX2" fmla="*/ 0 w 185304"/>
                    <a:gd name="connsiteY2" fmla="*/ 368011 h 368877"/>
                    <a:gd name="connsiteX3" fmla="*/ 0 w 185304"/>
                    <a:gd name="connsiteY3" fmla="*/ 0 h 368877"/>
                    <a:gd name="connsiteX4" fmla="*/ 92652 w 185304"/>
                    <a:gd name="connsiteY4" fmla="*/ 0 h 368877"/>
                    <a:gd name="connsiteX5" fmla="*/ 185305 w 185304"/>
                    <a:gd name="connsiteY5" fmla="*/ 91786 h 368877"/>
                    <a:gd name="connsiteX6" fmla="*/ 185305 w 185304"/>
                    <a:gd name="connsiteY6" fmla="*/ 104775 h 368877"/>
                    <a:gd name="connsiteX7" fmla="*/ 148936 w 185304"/>
                    <a:gd name="connsiteY7" fmla="*/ 180109 h 368877"/>
                    <a:gd name="connsiteX8" fmla="*/ 182707 w 185304"/>
                    <a:gd name="connsiteY8" fmla="*/ 259773 h 368877"/>
                    <a:gd name="connsiteX9" fmla="*/ 185305 w 185304"/>
                    <a:gd name="connsiteY9" fmla="*/ 368877 h 368877"/>
                    <a:gd name="connsiteX10" fmla="*/ 116898 w 185304"/>
                    <a:gd name="connsiteY10" fmla="*/ 368877 h 368877"/>
                    <a:gd name="connsiteX11" fmla="*/ 112568 w 185304"/>
                    <a:gd name="connsiteY11" fmla="*/ 257175 h 368877"/>
                    <a:gd name="connsiteX12" fmla="*/ 80530 w 185304"/>
                    <a:gd name="connsiteY12" fmla="*/ 208684 h 368877"/>
                    <a:gd name="connsiteX13" fmla="*/ 71005 w 185304"/>
                    <a:gd name="connsiteY13" fmla="*/ 208684 h 368877"/>
                    <a:gd name="connsiteX14" fmla="*/ 71870 w 185304"/>
                    <a:gd name="connsiteY14" fmla="*/ 151534 h 368877"/>
                    <a:gd name="connsiteX15" fmla="*/ 80530 w 185304"/>
                    <a:gd name="connsiteY15" fmla="*/ 151534 h 368877"/>
                    <a:gd name="connsiteX16" fmla="*/ 113434 w 185304"/>
                    <a:gd name="connsiteY16" fmla="*/ 109971 h 368877"/>
                    <a:gd name="connsiteX17" fmla="*/ 113434 w 185304"/>
                    <a:gd name="connsiteY17" fmla="*/ 91786 h 368877"/>
                    <a:gd name="connsiteX18" fmla="*/ 82261 w 185304"/>
                    <a:gd name="connsiteY18" fmla="*/ 54552 h 368877"/>
                    <a:gd name="connsiteX19" fmla="*/ 71005 w 185304"/>
                    <a:gd name="connsiteY19" fmla="*/ 54552 h 368877"/>
                    <a:gd name="connsiteX20" fmla="*/ 71005 w 185304"/>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304" h="368877">
                      <a:moveTo>
                        <a:pt x="71005" y="207818"/>
                      </a:moveTo>
                      <a:lnTo>
                        <a:pt x="71005" y="368011"/>
                      </a:lnTo>
                      <a:lnTo>
                        <a:pt x="0" y="368011"/>
                      </a:lnTo>
                      <a:lnTo>
                        <a:pt x="0" y="0"/>
                      </a:lnTo>
                      <a:lnTo>
                        <a:pt x="92652" y="0"/>
                      </a:lnTo>
                      <a:cubicBezTo>
                        <a:pt x="154132" y="0"/>
                        <a:pt x="185305" y="26843"/>
                        <a:pt x="185305" y="91786"/>
                      </a:cubicBezTo>
                      <a:lnTo>
                        <a:pt x="185305" y="104775"/>
                      </a:lnTo>
                      <a:cubicBezTo>
                        <a:pt x="185305" y="157596"/>
                        <a:pt x="164523" y="173182"/>
                        <a:pt x="148936" y="180109"/>
                      </a:cubicBezTo>
                      <a:cubicBezTo>
                        <a:pt x="171450" y="191366"/>
                        <a:pt x="182707" y="207818"/>
                        <a:pt x="182707" y="259773"/>
                      </a:cubicBezTo>
                      <a:cubicBezTo>
                        <a:pt x="182707" y="295275"/>
                        <a:pt x="181841" y="348961"/>
                        <a:pt x="185305" y="368877"/>
                      </a:cubicBezTo>
                      <a:lnTo>
                        <a:pt x="116898" y="368877"/>
                      </a:lnTo>
                      <a:cubicBezTo>
                        <a:pt x="112568" y="352425"/>
                        <a:pt x="112568" y="303934"/>
                        <a:pt x="112568" y="257175"/>
                      </a:cubicBezTo>
                      <a:cubicBezTo>
                        <a:pt x="112568" y="215611"/>
                        <a:pt x="108239" y="208684"/>
                        <a:pt x="80530" y="208684"/>
                      </a:cubicBezTo>
                      <a:lnTo>
                        <a:pt x="71005" y="208684"/>
                      </a:lnTo>
                      <a:close/>
                      <a:moveTo>
                        <a:pt x="71870" y="151534"/>
                      </a:moveTo>
                      <a:lnTo>
                        <a:pt x="80530" y="151534"/>
                      </a:lnTo>
                      <a:cubicBezTo>
                        <a:pt x="103909" y="151534"/>
                        <a:pt x="113434" y="143741"/>
                        <a:pt x="113434" y="109971"/>
                      </a:cubicBezTo>
                      <a:lnTo>
                        <a:pt x="113434" y="91786"/>
                      </a:lnTo>
                      <a:cubicBezTo>
                        <a:pt x="113434" y="66675"/>
                        <a:pt x="108239" y="54552"/>
                        <a:pt x="82261" y="54552"/>
                      </a:cubicBezTo>
                      <a:lnTo>
                        <a:pt x="71005" y="54552"/>
                      </a:lnTo>
                      <a:lnTo>
                        <a:pt x="71005" y="151534"/>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2" name="Freeform 371">
                  <a:extLst>
                    <a:ext uri="{FF2B5EF4-FFF2-40B4-BE49-F238E27FC236}">
                      <a16:creationId xmlns:a16="http://schemas.microsoft.com/office/drawing/2014/main" id="{5DA150A6-3FB4-4C35-E78F-AFB395D57744}"/>
                    </a:ext>
                  </a:extLst>
                </p:cNvPr>
                <p:cNvSpPr/>
                <p:nvPr/>
              </p:nvSpPr>
              <p:spPr>
                <a:xfrm>
                  <a:off x="5676595"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80530"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3" name="Freeform 372">
                  <a:extLst>
                    <a:ext uri="{FF2B5EF4-FFF2-40B4-BE49-F238E27FC236}">
                      <a16:creationId xmlns:a16="http://schemas.microsoft.com/office/drawing/2014/main" id="{7BBC05FE-E40B-39CF-EA89-820BF087854D}"/>
                    </a:ext>
                  </a:extLst>
                </p:cNvPr>
                <p:cNvSpPr/>
                <p:nvPr/>
              </p:nvSpPr>
              <p:spPr>
                <a:xfrm>
                  <a:off x="5884413" y="3194581"/>
                  <a:ext cx="110836" cy="373206"/>
                </a:xfrm>
                <a:custGeom>
                  <a:avLst/>
                  <a:gdLst>
                    <a:gd name="connsiteX0" fmla="*/ 110836 w 110836"/>
                    <a:gd name="connsiteY0" fmla="*/ 277091 h 373206"/>
                    <a:gd name="connsiteX1" fmla="*/ 32039 w 110836"/>
                    <a:gd name="connsiteY1" fmla="*/ 373207 h 373206"/>
                    <a:gd name="connsiteX2" fmla="*/ 0 w 110836"/>
                    <a:gd name="connsiteY2" fmla="*/ 370609 h 373206"/>
                    <a:gd name="connsiteX3" fmla="*/ 0 w 110836"/>
                    <a:gd name="connsiteY3" fmla="*/ 311727 h 373206"/>
                    <a:gd name="connsiteX4" fmla="*/ 15586 w 110836"/>
                    <a:gd name="connsiteY4" fmla="*/ 312593 h 373206"/>
                    <a:gd name="connsiteX5" fmla="*/ 38966 w 110836"/>
                    <a:gd name="connsiteY5" fmla="*/ 284884 h 373206"/>
                    <a:gd name="connsiteX6" fmla="*/ 38966 w 110836"/>
                    <a:gd name="connsiteY6" fmla="*/ 0 h 373206"/>
                    <a:gd name="connsiteX7" fmla="*/ 109970 w 110836"/>
                    <a:gd name="connsiteY7" fmla="*/ 0 h 373206"/>
                    <a:gd name="connsiteX8" fmla="*/ 109970 w 110836"/>
                    <a:gd name="connsiteY8" fmla="*/ 277091 h 37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836" h="373206">
                      <a:moveTo>
                        <a:pt x="110836" y="277091"/>
                      </a:moveTo>
                      <a:cubicBezTo>
                        <a:pt x="110836" y="332509"/>
                        <a:pt x="103909" y="373207"/>
                        <a:pt x="32039" y="373207"/>
                      </a:cubicBezTo>
                      <a:cubicBezTo>
                        <a:pt x="21648" y="373207"/>
                        <a:pt x="7793" y="372341"/>
                        <a:pt x="0" y="370609"/>
                      </a:cubicBezTo>
                      <a:lnTo>
                        <a:pt x="0" y="311727"/>
                      </a:lnTo>
                      <a:cubicBezTo>
                        <a:pt x="3464" y="311727"/>
                        <a:pt x="9525" y="312593"/>
                        <a:pt x="15586" y="312593"/>
                      </a:cubicBezTo>
                      <a:cubicBezTo>
                        <a:pt x="33770" y="312593"/>
                        <a:pt x="38966" y="306532"/>
                        <a:pt x="38966" y="284884"/>
                      </a:cubicBezTo>
                      <a:lnTo>
                        <a:pt x="38966" y="0"/>
                      </a:lnTo>
                      <a:lnTo>
                        <a:pt x="109970" y="0"/>
                      </a:lnTo>
                      <a:lnTo>
                        <a:pt x="109970" y="27709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4" name="Freeform 373">
                  <a:extLst>
                    <a:ext uri="{FF2B5EF4-FFF2-40B4-BE49-F238E27FC236}">
                      <a16:creationId xmlns:a16="http://schemas.microsoft.com/office/drawing/2014/main" id="{9CC25A2E-59DC-EF7E-F90B-ADA136B79A81}"/>
                    </a:ext>
                  </a:extLst>
                </p:cNvPr>
                <p:cNvSpPr/>
                <p:nvPr/>
              </p:nvSpPr>
              <p:spPr>
                <a:xfrm>
                  <a:off x="6035081" y="3195447"/>
                  <a:ext cx="160193" cy="368011"/>
                </a:xfrm>
                <a:custGeom>
                  <a:avLst/>
                  <a:gdLst>
                    <a:gd name="connsiteX0" fmla="*/ 147205 w 160193"/>
                    <a:gd name="connsiteY0" fmla="*/ 205221 h 368011"/>
                    <a:gd name="connsiteX1" fmla="*/ 71005 w 160193"/>
                    <a:gd name="connsiteY1" fmla="*/ 205221 h 368011"/>
                    <a:gd name="connsiteX2" fmla="*/ 71005 w 160193"/>
                    <a:gd name="connsiteY2" fmla="*/ 305666 h 368011"/>
                    <a:gd name="connsiteX3" fmla="*/ 160193 w 160193"/>
                    <a:gd name="connsiteY3" fmla="*/ 305666 h 368011"/>
                    <a:gd name="connsiteX4" fmla="*/ 151534 w 160193"/>
                    <a:gd name="connsiteY4" fmla="*/ 368011 h 368011"/>
                    <a:gd name="connsiteX5" fmla="*/ 0 w 160193"/>
                    <a:gd name="connsiteY5" fmla="*/ 368011 h 368011"/>
                    <a:gd name="connsiteX6" fmla="*/ 0 w 160193"/>
                    <a:gd name="connsiteY6" fmla="*/ 0 h 368011"/>
                    <a:gd name="connsiteX7" fmla="*/ 150668 w 160193"/>
                    <a:gd name="connsiteY7" fmla="*/ 0 h 368011"/>
                    <a:gd name="connsiteX8" fmla="*/ 150668 w 160193"/>
                    <a:gd name="connsiteY8" fmla="*/ 62346 h 368011"/>
                    <a:gd name="connsiteX9" fmla="*/ 71005 w 160193"/>
                    <a:gd name="connsiteY9" fmla="*/ 62346 h 368011"/>
                    <a:gd name="connsiteX10" fmla="*/ 71005 w 160193"/>
                    <a:gd name="connsiteY10" fmla="*/ 142875 h 368011"/>
                    <a:gd name="connsiteX11" fmla="*/ 147205 w 160193"/>
                    <a:gd name="connsiteY11" fmla="*/ 142875 h 368011"/>
                    <a:gd name="connsiteX12" fmla="*/ 147205 w 160193"/>
                    <a:gd name="connsiteY12" fmla="*/ 205221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93" h="368011">
                      <a:moveTo>
                        <a:pt x="147205" y="205221"/>
                      </a:moveTo>
                      <a:lnTo>
                        <a:pt x="71005" y="205221"/>
                      </a:lnTo>
                      <a:lnTo>
                        <a:pt x="71005" y="305666"/>
                      </a:lnTo>
                      <a:lnTo>
                        <a:pt x="160193" y="305666"/>
                      </a:lnTo>
                      <a:lnTo>
                        <a:pt x="151534" y="368011"/>
                      </a:lnTo>
                      <a:lnTo>
                        <a:pt x="0" y="368011"/>
                      </a:lnTo>
                      <a:lnTo>
                        <a:pt x="0" y="0"/>
                      </a:lnTo>
                      <a:lnTo>
                        <a:pt x="150668" y="0"/>
                      </a:lnTo>
                      <a:lnTo>
                        <a:pt x="150668" y="62346"/>
                      </a:lnTo>
                      <a:lnTo>
                        <a:pt x="71005" y="62346"/>
                      </a:lnTo>
                      <a:lnTo>
                        <a:pt x="71005" y="142875"/>
                      </a:lnTo>
                      <a:lnTo>
                        <a:pt x="147205" y="142875"/>
                      </a:lnTo>
                      <a:lnTo>
                        <a:pt x="147205" y="20522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5" name="Freeform 374">
                  <a:extLst>
                    <a:ext uri="{FF2B5EF4-FFF2-40B4-BE49-F238E27FC236}">
                      <a16:creationId xmlns:a16="http://schemas.microsoft.com/office/drawing/2014/main" id="{D543EB83-89A3-E70A-BB70-8532DA0E77D2}"/>
                    </a:ext>
                  </a:extLst>
                </p:cNvPr>
                <p:cNvSpPr/>
                <p:nvPr/>
              </p:nvSpPr>
              <p:spPr>
                <a:xfrm>
                  <a:off x="6218654" y="3189385"/>
                  <a:ext cx="181840" cy="379268"/>
                </a:xfrm>
                <a:custGeom>
                  <a:avLst/>
                  <a:gdLst>
                    <a:gd name="connsiteX0" fmla="*/ 181841 w 181840"/>
                    <a:gd name="connsiteY0" fmla="*/ 253711 h 379268"/>
                    <a:gd name="connsiteX1" fmla="*/ 181841 w 181840"/>
                    <a:gd name="connsiteY1" fmla="*/ 273627 h 379268"/>
                    <a:gd name="connsiteX2" fmla="*/ 89189 w 181840"/>
                    <a:gd name="connsiteY2" fmla="*/ 379268 h 379268"/>
                    <a:gd name="connsiteX3" fmla="*/ 0 w 181840"/>
                    <a:gd name="connsiteY3" fmla="*/ 277957 h 379268"/>
                    <a:gd name="connsiteX4" fmla="*/ 0 w 181840"/>
                    <a:gd name="connsiteY4" fmla="*/ 97848 h 379268"/>
                    <a:gd name="connsiteX5" fmla="*/ 90920 w 181840"/>
                    <a:gd name="connsiteY5" fmla="*/ 0 h 379268"/>
                    <a:gd name="connsiteX6" fmla="*/ 180975 w 181840"/>
                    <a:gd name="connsiteY6" fmla="*/ 99580 h 379268"/>
                    <a:gd name="connsiteX7" fmla="*/ 180975 w 181840"/>
                    <a:gd name="connsiteY7" fmla="*/ 122959 h 379268"/>
                    <a:gd name="connsiteX8" fmla="*/ 109971 w 181840"/>
                    <a:gd name="connsiteY8" fmla="*/ 122959 h 379268"/>
                    <a:gd name="connsiteX9" fmla="*/ 109971 w 181840"/>
                    <a:gd name="connsiteY9" fmla="*/ 91786 h 379268"/>
                    <a:gd name="connsiteX10" fmla="*/ 90920 w 181840"/>
                    <a:gd name="connsiteY10" fmla="*/ 61480 h 379268"/>
                    <a:gd name="connsiteX11" fmla="*/ 71871 w 181840"/>
                    <a:gd name="connsiteY11" fmla="*/ 91786 h 379268"/>
                    <a:gd name="connsiteX12" fmla="*/ 71871 w 181840"/>
                    <a:gd name="connsiteY12" fmla="*/ 286616 h 379268"/>
                    <a:gd name="connsiteX13" fmla="*/ 90920 w 181840"/>
                    <a:gd name="connsiteY13" fmla="*/ 319521 h 379268"/>
                    <a:gd name="connsiteX14" fmla="*/ 110837 w 181840"/>
                    <a:gd name="connsiteY14" fmla="*/ 284884 h 379268"/>
                    <a:gd name="connsiteX15" fmla="*/ 110837 w 181840"/>
                    <a:gd name="connsiteY15" fmla="*/ 253711 h 379268"/>
                    <a:gd name="connsiteX16" fmla="*/ 181841 w 181840"/>
                    <a:gd name="connsiteY16" fmla="*/ 253711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1840" h="379268">
                      <a:moveTo>
                        <a:pt x="181841" y="253711"/>
                      </a:moveTo>
                      <a:lnTo>
                        <a:pt x="181841" y="273627"/>
                      </a:lnTo>
                      <a:cubicBezTo>
                        <a:pt x="181841" y="320386"/>
                        <a:pt x="173182" y="379268"/>
                        <a:pt x="89189" y="379268"/>
                      </a:cubicBezTo>
                      <a:cubicBezTo>
                        <a:pt x="26843" y="379268"/>
                        <a:pt x="0" y="346364"/>
                        <a:pt x="0" y="277957"/>
                      </a:cubicBezTo>
                      <a:lnTo>
                        <a:pt x="0" y="97848"/>
                      </a:lnTo>
                      <a:cubicBezTo>
                        <a:pt x="0" y="33771"/>
                        <a:pt x="32039" y="0"/>
                        <a:pt x="90920" y="0"/>
                      </a:cubicBezTo>
                      <a:cubicBezTo>
                        <a:pt x="168852" y="0"/>
                        <a:pt x="180975" y="51089"/>
                        <a:pt x="180975" y="99580"/>
                      </a:cubicBezTo>
                      <a:lnTo>
                        <a:pt x="180975" y="122959"/>
                      </a:lnTo>
                      <a:lnTo>
                        <a:pt x="109971" y="122959"/>
                      </a:lnTo>
                      <a:lnTo>
                        <a:pt x="109971" y="91786"/>
                      </a:lnTo>
                      <a:cubicBezTo>
                        <a:pt x="109971" y="71870"/>
                        <a:pt x="105641" y="61480"/>
                        <a:pt x="90920" y="61480"/>
                      </a:cubicBezTo>
                      <a:cubicBezTo>
                        <a:pt x="76200" y="61480"/>
                        <a:pt x="71871" y="71005"/>
                        <a:pt x="71871" y="91786"/>
                      </a:cubicBezTo>
                      <a:lnTo>
                        <a:pt x="71871" y="286616"/>
                      </a:lnTo>
                      <a:cubicBezTo>
                        <a:pt x="71871" y="306532"/>
                        <a:pt x="75334" y="319521"/>
                        <a:pt x="90920" y="319521"/>
                      </a:cubicBezTo>
                      <a:cubicBezTo>
                        <a:pt x="106507" y="319521"/>
                        <a:pt x="110837" y="308264"/>
                        <a:pt x="110837" y="284884"/>
                      </a:cubicBezTo>
                      <a:lnTo>
                        <a:pt x="110837" y="253711"/>
                      </a:lnTo>
                      <a:lnTo>
                        <a:pt x="181841" y="25371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6" name="Freeform 375">
                  <a:extLst>
                    <a:ext uri="{FF2B5EF4-FFF2-40B4-BE49-F238E27FC236}">
                      <a16:creationId xmlns:a16="http://schemas.microsoft.com/office/drawing/2014/main" id="{79A1744F-1BC9-7834-3F81-0D01E5726CD3}"/>
                    </a:ext>
                  </a:extLst>
                </p:cNvPr>
                <p:cNvSpPr/>
                <p:nvPr/>
              </p:nvSpPr>
              <p:spPr>
                <a:xfrm>
                  <a:off x="6416947" y="3194581"/>
                  <a:ext cx="178377" cy="368011"/>
                </a:xfrm>
                <a:custGeom>
                  <a:avLst/>
                  <a:gdLst>
                    <a:gd name="connsiteX0" fmla="*/ 53686 w 178377"/>
                    <a:gd name="connsiteY0" fmla="*/ 62345 h 368011"/>
                    <a:gd name="connsiteX1" fmla="*/ 0 w 178377"/>
                    <a:gd name="connsiteY1" fmla="*/ 62345 h 368011"/>
                    <a:gd name="connsiteX2" fmla="*/ 0 w 178377"/>
                    <a:gd name="connsiteY2" fmla="*/ 0 h 368011"/>
                    <a:gd name="connsiteX3" fmla="*/ 178377 w 178377"/>
                    <a:gd name="connsiteY3" fmla="*/ 0 h 368011"/>
                    <a:gd name="connsiteX4" fmla="*/ 178377 w 178377"/>
                    <a:gd name="connsiteY4" fmla="*/ 62345 h 368011"/>
                    <a:gd name="connsiteX5" fmla="*/ 124691 w 178377"/>
                    <a:gd name="connsiteY5" fmla="*/ 62345 h 368011"/>
                    <a:gd name="connsiteX6" fmla="*/ 124691 w 178377"/>
                    <a:gd name="connsiteY6" fmla="*/ 368011 h 368011"/>
                    <a:gd name="connsiteX7" fmla="*/ 53686 w 178377"/>
                    <a:gd name="connsiteY7" fmla="*/ 368011 h 368011"/>
                    <a:gd name="connsiteX8" fmla="*/ 53686 w 178377"/>
                    <a:gd name="connsiteY8" fmla="*/ 6234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77" h="368011">
                      <a:moveTo>
                        <a:pt x="53686" y="62345"/>
                      </a:moveTo>
                      <a:lnTo>
                        <a:pt x="0" y="62345"/>
                      </a:lnTo>
                      <a:lnTo>
                        <a:pt x="0" y="0"/>
                      </a:lnTo>
                      <a:lnTo>
                        <a:pt x="178377" y="0"/>
                      </a:lnTo>
                      <a:lnTo>
                        <a:pt x="178377" y="62345"/>
                      </a:lnTo>
                      <a:lnTo>
                        <a:pt x="124691" y="62345"/>
                      </a:lnTo>
                      <a:lnTo>
                        <a:pt x="124691" y="368011"/>
                      </a:lnTo>
                      <a:lnTo>
                        <a:pt x="53686" y="368011"/>
                      </a:lnTo>
                      <a:lnTo>
                        <a:pt x="53686" y="6234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61" name="Group 360">
                <a:extLst>
                  <a:ext uri="{FF2B5EF4-FFF2-40B4-BE49-F238E27FC236}">
                    <a16:creationId xmlns:a16="http://schemas.microsoft.com/office/drawing/2014/main" id="{34459B8A-9D6F-176E-3D3E-852CC6EFF42E}"/>
                  </a:ext>
                </a:extLst>
              </p:cNvPr>
              <p:cNvGrpSpPr/>
              <p:nvPr/>
            </p:nvGrpSpPr>
            <p:grpSpPr>
              <a:xfrm>
                <a:off x="10392413" y="6375844"/>
                <a:ext cx="1692852" cy="380134"/>
                <a:chOff x="6708759" y="3188519"/>
                <a:chExt cx="1692852" cy="380134"/>
              </a:xfrm>
              <a:solidFill>
                <a:schemeClr val="bg1">
                  <a:lumMod val="95000"/>
                  <a:alpha val="75000"/>
                </a:schemeClr>
              </a:solidFill>
            </p:grpSpPr>
            <p:sp>
              <p:nvSpPr>
                <p:cNvPr id="362" name="Freeform 361">
                  <a:extLst>
                    <a:ext uri="{FF2B5EF4-FFF2-40B4-BE49-F238E27FC236}">
                      <a16:creationId xmlns:a16="http://schemas.microsoft.com/office/drawing/2014/main" id="{129A6EA4-0531-B962-E488-AA2272B84523}"/>
                    </a:ext>
                  </a:extLst>
                </p:cNvPr>
                <p:cNvSpPr/>
                <p:nvPr/>
              </p:nvSpPr>
              <p:spPr>
                <a:xfrm>
                  <a:off x="670875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3" name="Freeform 362">
                  <a:extLst>
                    <a:ext uri="{FF2B5EF4-FFF2-40B4-BE49-F238E27FC236}">
                      <a16:creationId xmlns:a16="http://schemas.microsoft.com/office/drawing/2014/main" id="{7645664B-695A-3385-8583-55BFD5EF8DE3}"/>
                    </a:ext>
                  </a:extLst>
                </p:cNvPr>
                <p:cNvSpPr/>
                <p:nvPr/>
              </p:nvSpPr>
              <p:spPr>
                <a:xfrm>
                  <a:off x="6925236" y="3195447"/>
                  <a:ext cx="184438" cy="368877"/>
                </a:xfrm>
                <a:custGeom>
                  <a:avLst/>
                  <a:gdLst>
                    <a:gd name="connsiteX0" fmla="*/ 71005 w 184438"/>
                    <a:gd name="connsiteY0" fmla="*/ 207818 h 368877"/>
                    <a:gd name="connsiteX1" fmla="*/ 71005 w 184438"/>
                    <a:gd name="connsiteY1" fmla="*/ 368011 h 368877"/>
                    <a:gd name="connsiteX2" fmla="*/ 0 w 184438"/>
                    <a:gd name="connsiteY2" fmla="*/ 368011 h 368877"/>
                    <a:gd name="connsiteX3" fmla="*/ 0 w 184438"/>
                    <a:gd name="connsiteY3" fmla="*/ 0 h 368877"/>
                    <a:gd name="connsiteX4" fmla="*/ 91786 w 184438"/>
                    <a:gd name="connsiteY4" fmla="*/ 0 h 368877"/>
                    <a:gd name="connsiteX5" fmla="*/ 184439 w 184438"/>
                    <a:gd name="connsiteY5" fmla="*/ 91786 h 368877"/>
                    <a:gd name="connsiteX6" fmla="*/ 184439 w 184438"/>
                    <a:gd name="connsiteY6" fmla="*/ 104775 h 368877"/>
                    <a:gd name="connsiteX7" fmla="*/ 148071 w 184438"/>
                    <a:gd name="connsiteY7" fmla="*/ 180109 h 368877"/>
                    <a:gd name="connsiteX8" fmla="*/ 181841 w 184438"/>
                    <a:gd name="connsiteY8" fmla="*/ 259773 h 368877"/>
                    <a:gd name="connsiteX9" fmla="*/ 184439 w 184438"/>
                    <a:gd name="connsiteY9" fmla="*/ 368877 h 368877"/>
                    <a:gd name="connsiteX10" fmla="*/ 116032 w 184438"/>
                    <a:gd name="connsiteY10" fmla="*/ 368877 h 368877"/>
                    <a:gd name="connsiteX11" fmla="*/ 111702 w 184438"/>
                    <a:gd name="connsiteY11" fmla="*/ 257175 h 368877"/>
                    <a:gd name="connsiteX12" fmla="*/ 79664 w 184438"/>
                    <a:gd name="connsiteY12" fmla="*/ 208684 h 368877"/>
                    <a:gd name="connsiteX13" fmla="*/ 71005 w 184438"/>
                    <a:gd name="connsiteY13" fmla="*/ 208684 h 368877"/>
                    <a:gd name="connsiteX14" fmla="*/ 71005 w 184438"/>
                    <a:gd name="connsiteY14" fmla="*/ 151534 h 368877"/>
                    <a:gd name="connsiteX15" fmla="*/ 79664 w 184438"/>
                    <a:gd name="connsiteY15" fmla="*/ 151534 h 368877"/>
                    <a:gd name="connsiteX16" fmla="*/ 112568 w 184438"/>
                    <a:gd name="connsiteY16" fmla="*/ 109971 h 368877"/>
                    <a:gd name="connsiteX17" fmla="*/ 112568 w 184438"/>
                    <a:gd name="connsiteY17" fmla="*/ 91786 h 368877"/>
                    <a:gd name="connsiteX18" fmla="*/ 81395 w 184438"/>
                    <a:gd name="connsiteY18" fmla="*/ 54552 h 368877"/>
                    <a:gd name="connsiteX19" fmla="*/ 70139 w 184438"/>
                    <a:gd name="connsiteY19" fmla="*/ 54552 h 368877"/>
                    <a:gd name="connsiteX20" fmla="*/ 70139 w 184438"/>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4438" h="368877">
                      <a:moveTo>
                        <a:pt x="71005" y="207818"/>
                      </a:moveTo>
                      <a:lnTo>
                        <a:pt x="71005" y="368011"/>
                      </a:lnTo>
                      <a:lnTo>
                        <a:pt x="0" y="368011"/>
                      </a:lnTo>
                      <a:lnTo>
                        <a:pt x="0" y="0"/>
                      </a:lnTo>
                      <a:lnTo>
                        <a:pt x="91786" y="0"/>
                      </a:lnTo>
                      <a:cubicBezTo>
                        <a:pt x="153266" y="0"/>
                        <a:pt x="184439" y="26843"/>
                        <a:pt x="184439" y="91786"/>
                      </a:cubicBezTo>
                      <a:lnTo>
                        <a:pt x="184439" y="104775"/>
                      </a:lnTo>
                      <a:cubicBezTo>
                        <a:pt x="184439" y="157596"/>
                        <a:pt x="163657" y="173182"/>
                        <a:pt x="148071" y="180109"/>
                      </a:cubicBezTo>
                      <a:cubicBezTo>
                        <a:pt x="170584" y="191366"/>
                        <a:pt x="181841" y="207818"/>
                        <a:pt x="181841" y="259773"/>
                      </a:cubicBezTo>
                      <a:cubicBezTo>
                        <a:pt x="181841" y="295275"/>
                        <a:pt x="180975" y="348961"/>
                        <a:pt x="184439" y="368877"/>
                      </a:cubicBezTo>
                      <a:lnTo>
                        <a:pt x="116032" y="368877"/>
                      </a:lnTo>
                      <a:cubicBezTo>
                        <a:pt x="111702" y="352425"/>
                        <a:pt x="111702" y="303934"/>
                        <a:pt x="111702" y="257175"/>
                      </a:cubicBezTo>
                      <a:cubicBezTo>
                        <a:pt x="111702" y="215611"/>
                        <a:pt x="107373" y="208684"/>
                        <a:pt x="79664" y="208684"/>
                      </a:cubicBezTo>
                      <a:lnTo>
                        <a:pt x="71005" y="208684"/>
                      </a:lnTo>
                      <a:close/>
                      <a:moveTo>
                        <a:pt x="71005" y="151534"/>
                      </a:moveTo>
                      <a:lnTo>
                        <a:pt x="79664" y="151534"/>
                      </a:lnTo>
                      <a:cubicBezTo>
                        <a:pt x="103043" y="151534"/>
                        <a:pt x="112568" y="143741"/>
                        <a:pt x="112568" y="109971"/>
                      </a:cubicBezTo>
                      <a:lnTo>
                        <a:pt x="112568" y="91786"/>
                      </a:lnTo>
                      <a:cubicBezTo>
                        <a:pt x="112568" y="66675"/>
                        <a:pt x="107373" y="54552"/>
                        <a:pt x="81395" y="54552"/>
                      </a:cubicBezTo>
                      <a:lnTo>
                        <a:pt x="70139" y="54552"/>
                      </a:lnTo>
                      <a:lnTo>
                        <a:pt x="70139" y="151534"/>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4" name="Freeform 363">
                  <a:extLst>
                    <a:ext uri="{FF2B5EF4-FFF2-40B4-BE49-F238E27FC236}">
                      <a16:creationId xmlns:a16="http://schemas.microsoft.com/office/drawing/2014/main" id="{2711CA1D-9F3B-46B1-ADB2-00ADA10F38F9}"/>
                    </a:ext>
                  </a:extLst>
                </p:cNvPr>
                <p:cNvSpPr/>
                <p:nvPr/>
              </p:nvSpPr>
              <p:spPr>
                <a:xfrm>
                  <a:off x="7141713"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30"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79664"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5" name="Freeform 364">
                  <a:extLst>
                    <a:ext uri="{FF2B5EF4-FFF2-40B4-BE49-F238E27FC236}">
                      <a16:creationId xmlns:a16="http://schemas.microsoft.com/office/drawing/2014/main" id="{BDD39099-05B7-4EC1-E278-1C3B57E11800}"/>
                    </a:ext>
                  </a:extLst>
                </p:cNvPr>
                <p:cNvSpPr/>
                <p:nvPr/>
              </p:nvSpPr>
              <p:spPr>
                <a:xfrm>
                  <a:off x="737117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6" name="Freeform 365">
                  <a:extLst>
                    <a:ext uri="{FF2B5EF4-FFF2-40B4-BE49-F238E27FC236}">
                      <a16:creationId xmlns:a16="http://schemas.microsoft.com/office/drawing/2014/main" id="{CB784685-2117-ED40-95CF-2344F56A83C3}"/>
                    </a:ext>
                  </a:extLst>
                </p:cNvPr>
                <p:cNvSpPr/>
                <p:nvPr/>
              </p:nvSpPr>
              <p:spPr>
                <a:xfrm>
                  <a:off x="7585059"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3" y="318655"/>
                        <a:pt x="95250" y="318655"/>
                      </a:cubicBezTo>
                      <a:cubicBezTo>
                        <a:pt x="111702" y="318655"/>
                        <a:pt x="119495" y="308264"/>
                        <a:pt x="119495" y="284018"/>
                      </a:cubicBezTo>
                      <a:lnTo>
                        <a:pt x="119495" y="95250"/>
                      </a:lnTo>
                      <a:cubicBezTo>
                        <a:pt x="119495" y="71870"/>
                        <a:pt x="113434" y="60614"/>
                        <a:pt x="95250" y="60614"/>
                      </a:cubicBezTo>
                      <a:cubicBezTo>
                        <a:pt x="80529"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7" name="Freeform 366">
                  <a:extLst>
                    <a:ext uri="{FF2B5EF4-FFF2-40B4-BE49-F238E27FC236}">
                      <a16:creationId xmlns:a16="http://schemas.microsoft.com/office/drawing/2014/main" id="{FE065266-7B98-4D74-1E83-86B54B170115}"/>
                    </a:ext>
                  </a:extLst>
                </p:cNvPr>
                <p:cNvSpPr/>
                <p:nvPr/>
              </p:nvSpPr>
              <p:spPr>
                <a:xfrm>
                  <a:off x="7805866" y="3188519"/>
                  <a:ext cx="182706" cy="379268"/>
                </a:xfrm>
                <a:custGeom>
                  <a:avLst/>
                  <a:gdLst>
                    <a:gd name="connsiteX0" fmla="*/ 68407 w 182706"/>
                    <a:gd name="connsiteY0" fmla="*/ 260639 h 379268"/>
                    <a:gd name="connsiteX1" fmla="*/ 68407 w 182706"/>
                    <a:gd name="connsiteY1" fmla="*/ 285750 h 379268"/>
                    <a:gd name="connsiteX2" fmla="*/ 90920 w 182706"/>
                    <a:gd name="connsiteY2" fmla="*/ 321252 h 379268"/>
                    <a:gd name="connsiteX3" fmla="*/ 110836 w 182706"/>
                    <a:gd name="connsiteY3" fmla="*/ 287482 h 379268"/>
                    <a:gd name="connsiteX4" fmla="*/ 66675 w 182706"/>
                    <a:gd name="connsiteY4" fmla="*/ 211282 h 379268"/>
                    <a:gd name="connsiteX5" fmla="*/ 3464 w 182706"/>
                    <a:gd name="connsiteY5" fmla="*/ 101311 h 379268"/>
                    <a:gd name="connsiteX6" fmla="*/ 90920 w 182706"/>
                    <a:gd name="connsiteY6" fmla="*/ 0 h 379268"/>
                    <a:gd name="connsiteX7" fmla="*/ 175779 w 182706"/>
                    <a:gd name="connsiteY7" fmla="*/ 92652 h 379268"/>
                    <a:gd name="connsiteX8" fmla="*/ 175779 w 182706"/>
                    <a:gd name="connsiteY8" fmla="*/ 113434 h 379268"/>
                    <a:gd name="connsiteX9" fmla="*/ 109104 w 182706"/>
                    <a:gd name="connsiteY9" fmla="*/ 113434 h 379268"/>
                    <a:gd name="connsiteX10" fmla="*/ 109104 w 182706"/>
                    <a:gd name="connsiteY10" fmla="*/ 91786 h 379268"/>
                    <a:gd name="connsiteX11" fmla="*/ 91786 w 182706"/>
                    <a:gd name="connsiteY11" fmla="*/ 58016 h 379268"/>
                    <a:gd name="connsiteX12" fmla="*/ 74468 w 182706"/>
                    <a:gd name="connsiteY12" fmla="*/ 90054 h 379268"/>
                    <a:gd name="connsiteX13" fmla="*/ 109104 w 182706"/>
                    <a:gd name="connsiteY13" fmla="*/ 147205 h 379268"/>
                    <a:gd name="connsiteX14" fmla="*/ 182707 w 182706"/>
                    <a:gd name="connsiteY14" fmla="*/ 274493 h 379268"/>
                    <a:gd name="connsiteX15" fmla="*/ 90055 w 182706"/>
                    <a:gd name="connsiteY15" fmla="*/ 379268 h 379268"/>
                    <a:gd name="connsiteX16" fmla="*/ 0 w 182706"/>
                    <a:gd name="connsiteY16" fmla="*/ 282286 h 379268"/>
                    <a:gd name="connsiteX17" fmla="*/ 0 w 182706"/>
                    <a:gd name="connsiteY17" fmla="*/ 260639 h 379268"/>
                    <a:gd name="connsiteX18" fmla="*/ 68407 w 182706"/>
                    <a:gd name="connsiteY18" fmla="*/ 260639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706" h="379268">
                      <a:moveTo>
                        <a:pt x="68407" y="260639"/>
                      </a:moveTo>
                      <a:lnTo>
                        <a:pt x="68407" y="285750"/>
                      </a:lnTo>
                      <a:cubicBezTo>
                        <a:pt x="68407" y="309995"/>
                        <a:pt x="74468" y="321252"/>
                        <a:pt x="90920" y="321252"/>
                      </a:cubicBezTo>
                      <a:cubicBezTo>
                        <a:pt x="107373" y="321252"/>
                        <a:pt x="110836" y="304800"/>
                        <a:pt x="110836" y="287482"/>
                      </a:cubicBezTo>
                      <a:cubicBezTo>
                        <a:pt x="110836" y="252845"/>
                        <a:pt x="103909" y="242455"/>
                        <a:pt x="66675" y="211282"/>
                      </a:cubicBezTo>
                      <a:cubicBezTo>
                        <a:pt x="25111" y="175779"/>
                        <a:pt x="3464" y="154998"/>
                        <a:pt x="3464" y="101311"/>
                      </a:cubicBezTo>
                      <a:cubicBezTo>
                        <a:pt x="3464" y="48491"/>
                        <a:pt x="20782" y="0"/>
                        <a:pt x="90920" y="0"/>
                      </a:cubicBezTo>
                      <a:cubicBezTo>
                        <a:pt x="165388" y="0"/>
                        <a:pt x="175779" y="50223"/>
                        <a:pt x="175779" y="92652"/>
                      </a:cubicBezTo>
                      <a:lnTo>
                        <a:pt x="175779" y="113434"/>
                      </a:lnTo>
                      <a:lnTo>
                        <a:pt x="109104" y="113434"/>
                      </a:lnTo>
                      <a:lnTo>
                        <a:pt x="109104" y="91786"/>
                      </a:lnTo>
                      <a:cubicBezTo>
                        <a:pt x="109104" y="69273"/>
                        <a:pt x="105641" y="58016"/>
                        <a:pt x="91786" y="58016"/>
                      </a:cubicBezTo>
                      <a:cubicBezTo>
                        <a:pt x="78798" y="58016"/>
                        <a:pt x="74468" y="69273"/>
                        <a:pt x="74468" y="90054"/>
                      </a:cubicBezTo>
                      <a:cubicBezTo>
                        <a:pt x="74468" y="112568"/>
                        <a:pt x="78798" y="122959"/>
                        <a:pt x="109104" y="147205"/>
                      </a:cubicBezTo>
                      <a:cubicBezTo>
                        <a:pt x="163657" y="189634"/>
                        <a:pt x="182707" y="213880"/>
                        <a:pt x="182707" y="274493"/>
                      </a:cubicBezTo>
                      <a:cubicBezTo>
                        <a:pt x="182707" y="332509"/>
                        <a:pt x="162791" y="379268"/>
                        <a:pt x="90055" y="379268"/>
                      </a:cubicBezTo>
                      <a:cubicBezTo>
                        <a:pt x="19916" y="379268"/>
                        <a:pt x="0" y="336839"/>
                        <a:pt x="0" y="282286"/>
                      </a:cubicBezTo>
                      <a:lnTo>
                        <a:pt x="0" y="260639"/>
                      </a:lnTo>
                      <a:lnTo>
                        <a:pt x="68407" y="260639"/>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8" name="Freeform 367">
                  <a:extLst>
                    <a:ext uri="{FF2B5EF4-FFF2-40B4-BE49-F238E27FC236}">
                      <a16:creationId xmlns:a16="http://schemas.microsoft.com/office/drawing/2014/main" id="{C6335A96-58E4-BC65-011D-0A5287C3991D}"/>
                    </a:ext>
                  </a:extLst>
                </p:cNvPr>
                <p:cNvSpPr/>
                <p:nvPr/>
              </p:nvSpPr>
              <p:spPr>
                <a:xfrm>
                  <a:off x="8006757" y="3194581"/>
                  <a:ext cx="211281" cy="368011"/>
                </a:xfrm>
                <a:custGeom>
                  <a:avLst/>
                  <a:gdLst>
                    <a:gd name="connsiteX0" fmla="*/ 80530 w 211281"/>
                    <a:gd name="connsiteY0" fmla="*/ 280555 h 368011"/>
                    <a:gd name="connsiteX1" fmla="*/ 71871 w 211281"/>
                    <a:gd name="connsiteY1" fmla="*/ 368011 h 368011"/>
                    <a:gd name="connsiteX2" fmla="*/ 0 w 211281"/>
                    <a:gd name="connsiteY2" fmla="*/ 368011 h 368011"/>
                    <a:gd name="connsiteX3" fmla="*/ 51955 w 211281"/>
                    <a:gd name="connsiteY3" fmla="*/ 0 h 368011"/>
                    <a:gd name="connsiteX4" fmla="*/ 157596 w 211281"/>
                    <a:gd name="connsiteY4" fmla="*/ 0 h 368011"/>
                    <a:gd name="connsiteX5" fmla="*/ 211282 w 211281"/>
                    <a:gd name="connsiteY5" fmla="*/ 368011 h 368011"/>
                    <a:gd name="connsiteX6" fmla="*/ 137680 w 211281"/>
                    <a:gd name="connsiteY6" fmla="*/ 368011 h 368011"/>
                    <a:gd name="connsiteX7" fmla="*/ 127289 w 211281"/>
                    <a:gd name="connsiteY7" fmla="*/ 280555 h 368011"/>
                    <a:gd name="connsiteX8" fmla="*/ 80530 w 211281"/>
                    <a:gd name="connsiteY8" fmla="*/ 280555 h 368011"/>
                    <a:gd name="connsiteX9" fmla="*/ 120361 w 211281"/>
                    <a:gd name="connsiteY9" fmla="*/ 218209 h 368011"/>
                    <a:gd name="connsiteX10" fmla="*/ 103909 w 211281"/>
                    <a:gd name="connsiteY10" fmla="*/ 64077 h 368011"/>
                    <a:gd name="connsiteX11" fmla="*/ 101311 w 211281"/>
                    <a:gd name="connsiteY11" fmla="*/ 64077 h 368011"/>
                    <a:gd name="connsiteX12" fmla="*/ 86591 w 211281"/>
                    <a:gd name="connsiteY12" fmla="*/ 218209 h 368011"/>
                    <a:gd name="connsiteX13" fmla="*/ 120361 w 211281"/>
                    <a:gd name="connsiteY13" fmla="*/ 218209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281" h="368011">
                      <a:moveTo>
                        <a:pt x="80530" y="280555"/>
                      </a:moveTo>
                      <a:lnTo>
                        <a:pt x="71871" y="368011"/>
                      </a:lnTo>
                      <a:lnTo>
                        <a:pt x="0" y="368011"/>
                      </a:lnTo>
                      <a:lnTo>
                        <a:pt x="51955" y="0"/>
                      </a:lnTo>
                      <a:lnTo>
                        <a:pt x="157596" y="0"/>
                      </a:lnTo>
                      <a:lnTo>
                        <a:pt x="211282" y="368011"/>
                      </a:lnTo>
                      <a:lnTo>
                        <a:pt x="137680" y="368011"/>
                      </a:lnTo>
                      <a:lnTo>
                        <a:pt x="127289" y="280555"/>
                      </a:lnTo>
                      <a:lnTo>
                        <a:pt x="80530" y="280555"/>
                      </a:lnTo>
                      <a:close/>
                      <a:moveTo>
                        <a:pt x="120361" y="218209"/>
                      </a:moveTo>
                      <a:cubicBezTo>
                        <a:pt x="115166" y="171450"/>
                        <a:pt x="107373" y="99580"/>
                        <a:pt x="103909" y="64077"/>
                      </a:cubicBezTo>
                      <a:lnTo>
                        <a:pt x="101311" y="64077"/>
                      </a:lnTo>
                      <a:cubicBezTo>
                        <a:pt x="100446" y="90054"/>
                        <a:pt x="90920" y="172316"/>
                        <a:pt x="86591" y="218209"/>
                      </a:cubicBezTo>
                      <a:lnTo>
                        <a:pt x="120361" y="218209"/>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9" name="Freeform 368">
                  <a:extLst>
                    <a:ext uri="{FF2B5EF4-FFF2-40B4-BE49-F238E27FC236}">
                      <a16:creationId xmlns:a16="http://schemas.microsoft.com/office/drawing/2014/main" id="{9E0108FC-1331-37A2-3479-AB8656B53123}"/>
                    </a:ext>
                  </a:extLst>
                </p:cNvPr>
                <p:cNvSpPr/>
                <p:nvPr/>
              </p:nvSpPr>
              <p:spPr>
                <a:xfrm>
                  <a:off x="8242284" y="3194581"/>
                  <a:ext cx="159327" cy="368877"/>
                </a:xfrm>
                <a:custGeom>
                  <a:avLst/>
                  <a:gdLst>
                    <a:gd name="connsiteX0" fmla="*/ 0 w 159327"/>
                    <a:gd name="connsiteY0" fmla="*/ 0 h 368877"/>
                    <a:gd name="connsiteX1" fmla="*/ 71004 w 159327"/>
                    <a:gd name="connsiteY1" fmla="*/ 0 h 368877"/>
                    <a:gd name="connsiteX2" fmla="*/ 71004 w 159327"/>
                    <a:gd name="connsiteY2" fmla="*/ 306532 h 368877"/>
                    <a:gd name="connsiteX3" fmla="*/ 159327 w 159327"/>
                    <a:gd name="connsiteY3" fmla="*/ 306532 h 368877"/>
                    <a:gd name="connsiteX4" fmla="*/ 153266 w 159327"/>
                    <a:gd name="connsiteY4" fmla="*/ 368877 h 368877"/>
                    <a:gd name="connsiteX5" fmla="*/ 0 w 159327"/>
                    <a:gd name="connsiteY5" fmla="*/ 368877 h 368877"/>
                    <a:gd name="connsiteX6" fmla="*/ 0 w 159327"/>
                    <a:gd name="connsiteY6" fmla="*/ 0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27" h="368877">
                      <a:moveTo>
                        <a:pt x="0" y="0"/>
                      </a:moveTo>
                      <a:lnTo>
                        <a:pt x="71004" y="0"/>
                      </a:lnTo>
                      <a:lnTo>
                        <a:pt x="71004" y="306532"/>
                      </a:lnTo>
                      <a:lnTo>
                        <a:pt x="159327" y="306532"/>
                      </a:lnTo>
                      <a:lnTo>
                        <a:pt x="153266" y="368877"/>
                      </a:lnTo>
                      <a:lnTo>
                        <a:pt x="0" y="368877"/>
                      </a:lnTo>
                      <a:lnTo>
                        <a:pt x="0" y="0"/>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grpSp>
      <p:sp>
        <p:nvSpPr>
          <p:cNvPr id="5" name="Rectangle 4">
            <a:extLst>
              <a:ext uri="{FF2B5EF4-FFF2-40B4-BE49-F238E27FC236}">
                <a16:creationId xmlns:a16="http://schemas.microsoft.com/office/drawing/2014/main" id="{A28DF4C2-8F8A-D3F0-A4A0-D01AC73E184F}"/>
              </a:ext>
            </a:extLst>
          </p:cNvPr>
          <p:cNvSpPr/>
          <p:nvPr/>
        </p:nvSpPr>
        <p:spPr>
          <a:xfrm>
            <a:off x="306917" y="1109022"/>
            <a:ext cx="7557010" cy="43798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pic>
        <p:nvPicPr>
          <p:cNvPr id="3" name="Picture 2">
            <a:extLst>
              <a:ext uri="{FF2B5EF4-FFF2-40B4-BE49-F238E27FC236}">
                <a16:creationId xmlns:a16="http://schemas.microsoft.com/office/drawing/2014/main" id="{FFCD657C-B27C-C86F-D051-F97C7B3B1EFE}"/>
              </a:ext>
            </a:extLst>
          </p:cNvPr>
          <p:cNvPicPr>
            <a:picLocks noChangeAspect="1"/>
          </p:cNvPicPr>
          <p:nvPr/>
        </p:nvPicPr>
        <p:blipFill>
          <a:blip r:embed="rId4"/>
          <a:stretch>
            <a:fillRect/>
          </a:stretch>
        </p:blipFill>
        <p:spPr>
          <a:xfrm>
            <a:off x="5864992" y="723096"/>
            <a:ext cx="6308366" cy="5380778"/>
          </a:xfrm>
          <a:prstGeom prst="rect">
            <a:avLst/>
          </a:prstGeom>
        </p:spPr>
      </p:pic>
      <p:pic>
        <p:nvPicPr>
          <p:cNvPr id="7" name="Picture 6">
            <a:extLst>
              <a:ext uri="{FF2B5EF4-FFF2-40B4-BE49-F238E27FC236}">
                <a16:creationId xmlns:a16="http://schemas.microsoft.com/office/drawing/2014/main" id="{3CAB1FE6-97AD-C8B4-82EF-F5C348BE81C5}"/>
              </a:ext>
            </a:extLst>
          </p:cNvPr>
          <p:cNvPicPr>
            <a:picLocks noChangeAspect="1"/>
          </p:cNvPicPr>
          <p:nvPr/>
        </p:nvPicPr>
        <p:blipFill>
          <a:blip r:embed="rId5"/>
          <a:stretch>
            <a:fillRect/>
          </a:stretch>
        </p:blipFill>
        <p:spPr>
          <a:xfrm>
            <a:off x="0" y="4399456"/>
            <a:ext cx="5712847" cy="2403869"/>
          </a:xfrm>
          <a:prstGeom prst="rect">
            <a:avLst/>
          </a:prstGeom>
        </p:spPr>
      </p:pic>
      <p:pic>
        <p:nvPicPr>
          <p:cNvPr id="9" name="Picture 8">
            <a:extLst>
              <a:ext uri="{FF2B5EF4-FFF2-40B4-BE49-F238E27FC236}">
                <a16:creationId xmlns:a16="http://schemas.microsoft.com/office/drawing/2014/main" id="{078AF63F-9E39-1129-FBA6-2B54A866DAF7}"/>
              </a:ext>
            </a:extLst>
          </p:cNvPr>
          <p:cNvPicPr>
            <a:picLocks noChangeAspect="1"/>
          </p:cNvPicPr>
          <p:nvPr/>
        </p:nvPicPr>
        <p:blipFill>
          <a:blip r:embed="rId6"/>
          <a:stretch>
            <a:fillRect/>
          </a:stretch>
        </p:blipFill>
        <p:spPr>
          <a:xfrm>
            <a:off x="0" y="606910"/>
            <a:ext cx="5712847" cy="3737523"/>
          </a:xfrm>
          <a:prstGeom prst="rect">
            <a:avLst/>
          </a:prstGeom>
        </p:spPr>
      </p:pic>
    </p:spTree>
    <p:extLst>
      <p:ext uri="{BB962C8B-B14F-4D97-AF65-F5344CB8AC3E}">
        <p14:creationId xmlns:p14="http://schemas.microsoft.com/office/powerpoint/2010/main" val="1688824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5028"/>
        </a:solidFill>
        <a:effectLst/>
      </p:bgPr>
    </p:bg>
    <p:spTree>
      <p:nvGrpSpPr>
        <p:cNvPr id="1" name=""/>
        <p:cNvGrpSpPr/>
        <p:nvPr/>
      </p:nvGrpSpPr>
      <p:grpSpPr>
        <a:xfrm>
          <a:off x="0" y="0"/>
          <a:ext cx="0" cy="0"/>
          <a:chOff x="0" y="0"/>
          <a:chExt cx="0" cy="0"/>
        </a:xfrm>
      </p:grpSpPr>
      <p:pic>
        <p:nvPicPr>
          <p:cNvPr id="2" name="Picture 1" descr="Pie chart and pencil percentage sign"/>
          <p:cNvPicPr>
            <a:picLocks noChangeAspect="1"/>
          </p:cNvPicPr>
          <p:nvPr/>
        </p:nvPicPr>
        <p:blipFill rotWithShape="1">
          <a:blip r:embed="rId3" cstate="screen"/>
          <a:srcRect/>
          <a:stretch>
            <a:fillRect/>
          </a:stretch>
        </p:blipFill>
        <p:spPr>
          <a:xfrm>
            <a:off x="8843347" y="3621024"/>
            <a:ext cx="3326618" cy="2705376"/>
          </a:xfrm>
          <a:prstGeom prst="rect">
            <a:avLst/>
          </a:prstGeom>
          <a:solidFill>
            <a:srgbClr val="EE5028"/>
          </a:solidFill>
        </p:spPr>
      </p:pic>
      <p:grpSp>
        <p:nvGrpSpPr>
          <p:cNvPr id="236" name="Group 235"/>
          <p:cNvGrpSpPr/>
          <p:nvPr/>
        </p:nvGrpSpPr>
        <p:grpSpPr>
          <a:xfrm>
            <a:off x="10319546" y="61137"/>
            <a:ext cx="1813078" cy="1709844"/>
            <a:chOff x="4301836" y="1542184"/>
            <a:chExt cx="4242954" cy="4001365"/>
          </a:xfrm>
          <a:solidFill>
            <a:srgbClr val="E7E9DE"/>
          </a:solidFill>
        </p:grpSpPr>
        <p:sp>
          <p:nvSpPr>
            <p:cNvPr id="237" name="Freeform 236"/>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8" name="Freeform 237"/>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9" name="Freeform 238"/>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0" name="Freeform 239"/>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1" name="Freeform 240"/>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2" name="Freeform 241"/>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3" name="Freeform 242"/>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4" name="Freeform 243"/>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5" name="Freeform 244"/>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6" name="Freeform 245"/>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7" name="Freeform 246"/>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8" name="Freeform 247"/>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9" name="Freeform 248"/>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0" name="Freeform 249"/>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1" name="Freeform 250"/>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2" name="Freeform 251"/>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3" name="Freeform 252"/>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4" name="Freeform 253"/>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5" name="Freeform 254"/>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6" name="Freeform 255"/>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7" name="Freeform 256"/>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8" name="Freeform 257"/>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9" name="Freeform 258"/>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0" name="Freeform 259"/>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1" name="Freeform 260"/>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2" name="Freeform 261"/>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3" name="Freeform 262"/>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4" name="Freeform 263"/>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5" name="Freeform 264"/>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6" name="Freeform 265"/>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7" name="Freeform 266"/>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8" name="Freeform 267"/>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9" name="Freeform 268"/>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0" name="Freeform 269"/>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1" name="Freeform 270"/>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2" name="Freeform 271"/>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3" name="Freeform 272"/>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4" name="Freeform 273"/>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5" name="Freeform 274"/>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6" name="Freeform 275"/>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7" name="Freeform 276"/>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8" name="Freeform 277"/>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9" name="Freeform 278"/>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0" name="Freeform 279"/>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1" name="Freeform 280"/>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2" name="Freeform 281"/>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3" name="Freeform 282"/>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4" name="Freeform 283"/>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5" name="Freeform 284"/>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6" name="Freeform 285"/>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7" name="Freeform 286"/>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8" name="Freeform 287"/>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9" name="Freeform 288"/>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0" name="Freeform 289"/>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1" name="Freeform 290"/>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2" name="Freeform 291"/>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3" name="Freeform 292"/>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4" name="Freeform 293"/>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5" name="Freeform 294"/>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6" name="Freeform 295"/>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7" name="Freeform 296"/>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8" name="Freeform 297"/>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9" name="Freeform 298"/>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Freeform 299"/>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Freeform 300"/>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Freeform 301"/>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3" name="Freeform 302"/>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4" name="Freeform 303"/>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5" name="Freeform 304"/>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6" name="Freeform 305"/>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7" name="Freeform 306"/>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8" name="Freeform 307"/>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9" name="Freeform 308"/>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Freeform 309"/>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Freeform 310"/>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Freeform 311"/>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Freeform 312"/>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4" name="Freeform 313"/>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5" name="Freeform 314"/>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6" name="Freeform 315"/>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7" name="Freeform 316"/>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8" name="Freeform 317"/>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9" name="Freeform 318"/>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Freeform 319"/>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Freeform 320"/>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Freeform 321"/>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Freeform 322"/>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4" name="Freeform 323"/>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5" name="Freeform 324"/>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6" name="Freeform 325"/>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7" name="Freeform 326"/>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8" name="Freeform 327"/>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9" name="Freeform 328"/>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Freeform 329"/>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Freeform 330"/>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Freeform 331"/>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3" name="Freeform 332"/>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4" name="Freeform 333"/>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5" name="Freeform 334"/>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6" name="Freeform 335"/>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7" name="Freeform 336"/>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8" name="Freeform 337"/>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9" name="Freeform 338"/>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0" name="Freeform 339"/>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1" name="Freeform 340"/>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2" name="Freeform 341"/>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3" name="Freeform 342"/>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4" name="Freeform 343"/>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5" name="Freeform 344"/>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6" name="Freeform 345"/>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7" name="Freeform 346"/>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8" name="Freeform 347"/>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9" name="Freeform 348"/>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0" name="Freeform 349"/>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1" name="Freeform 350"/>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2" name="Freeform 351"/>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3" name="Freeform 352"/>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4" name="Freeform 353"/>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5" name="Freeform 354"/>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6" name="Freeform 355"/>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 name="Rectangle 53"/>
          <p:cNvSpPr/>
          <p:nvPr/>
        </p:nvSpPr>
        <p:spPr>
          <a:xfrm>
            <a:off x="-4906" y="0"/>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00" cap="none" spc="0" normalizeH="0" baseline="0" noProof="0" dirty="0">
                <a:ln>
                  <a:noFill/>
                </a:ln>
                <a:solidFill>
                  <a:prstClr val="white"/>
                </a:solidFill>
                <a:effectLst/>
                <a:uLnTx/>
                <a:uFillTx/>
                <a:latin typeface="Courier" pitchFamily="2" charset="0"/>
                <a:ea typeface="Calibri" panose="020F0502020204030204" pitchFamily="34" charset="0"/>
                <a:cs typeface="Times New Roman" panose="02020603050405020304" pitchFamily="18" charset="0"/>
              </a:rPr>
              <a:t>System Architecture</a:t>
            </a:r>
          </a:p>
        </p:txBody>
      </p:sp>
      <p:sp>
        <p:nvSpPr>
          <p:cNvPr id="3" name="Rounded Rectangle 2"/>
          <p:cNvSpPr/>
          <p:nvPr/>
        </p:nvSpPr>
        <p:spPr>
          <a:xfrm>
            <a:off x="22035" y="759067"/>
            <a:ext cx="7382176" cy="4758399"/>
          </a:xfrm>
          <a:prstGeom prst="roundRect">
            <a:avLst>
              <a:gd name="adj" fmla="val 4775"/>
            </a:avLst>
          </a:prstGeom>
          <a:solidFill>
            <a:srgbClr val="E7E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Rectangle 3"/>
          <p:cNvSpPr/>
          <p:nvPr/>
        </p:nvSpPr>
        <p:spPr>
          <a:xfrm>
            <a:off x="280413" y="1054600"/>
            <a:ext cx="5815587" cy="32895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E85028"/>
                </a:solidFill>
                <a:effectLst/>
                <a:uLnTx/>
                <a:uFillTx/>
                <a:latin typeface="Courier" pitchFamily="2" charset="0"/>
                <a:ea typeface="+mn-ea"/>
                <a:cs typeface="Times New Roman" panose="02020603050405020304" pitchFamily="18" charset="0"/>
              </a:rPr>
              <a:t>Architecture</a:t>
            </a:r>
            <a:endParaRPr kumimoji="0" lang="en-US" sz="3200" b="0" i="0" u="none" strike="noStrike" kern="1200" cap="none" spc="0" normalizeH="0" baseline="0" noProof="0" dirty="0">
              <a:ln>
                <a:noFill/>
              </a:ln>
              <a:solidFill>
                <a:srgbClr val="E85028"/>
              </a:solidFill>
              <a:effectLst/>
              <a:uLnTx/>
              <a:uFillTx/>
              <a:latin typeface="Courier" pitchFamily="2" charset="0"/>
              <a:ea typeface="+mn-ea"/>
              <a:cs typeface="+mn-cs"/>
            </a:endParaRPr>
          </a:p>
        </p:txBody>
      </p:sp>
      <p:sp>
        <p:nvSpPr>
          <p:cNvPr id="9" name="Rectangle 8"/>
          <p:cNvSpPr/>
          <p:nvPr/>
        </p:nvSpPr>
        <p:spPr>
          <a:xfrm>
            <a:off x="1044533" y="4136659"/>
            <a:ext cx="7093627" cy="20541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a:buChar char="•"/>
              <a:tabLst/>
              <a:defRPr/>
            </a:pPr>
            <a:endParaRPr kumimoji="0" lang="en-US" sz="2100" b="0" i="0" u="none" strike="noStrike" kern="1200" cap="none" spc="0" normalizeH="0" baseline="0" noProof="0" dirty="0">
              <a:ln>
                <a:noFill/>
              </a:ln>
              <a:solidFill>
                <a:prstClr val="black"/>
              </a:solidFill>
              <a:effectLst/>
              <a:uLnTx/>
              <a:uFillTx/>
              <a:latin typeface="Century Gothic" panose="020B0502020202020204"/>
              <a:ea typeface="Calibri"/>
              <a:cs typeface="Times New Roman" panose="02020603050405020304"/>
            </a:endParaRPr>
          </a:p>
        </p:txBody>
      </p:sp>
      <p:sp>
        <p:nvSpPr>
          <p:cNvPr id="5" name="Rectangles 4"/>
          <p:cNvSpPr/>
          <p:nvPr/>
        </p:nvSpPr>
        <p:spPr>
          <a:xfrm>
            <a:off x="6700520" y="3703320"/>
            <a:ext cx="1070610" cy="10477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alt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748454EF-A999-02AC-846A-B5F10F4A37F1}"/>
              </a:ext>
            </a:extLst>
          </p:cNvPr>
          <p:cNvPicPr>
            <a:picLocks noChangeAspect="1"/>
          </p:cNvPicPr>
          <p:nvPr/>
        </p:nvPicPr>
        <p:blipFill>
          <a:blip r:embed="rId4"/>
          <a:stretch>
            <a:fillRect/>
          </a:stretch>
        </p:blipFill>
        <p:spPr>
          <a:xfrm>
            <a:off x="-4906" y="711154"/>
            <a:ext cx="8694784" cy="56033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36CA3-4C80-795A-C7C3-B0CBDAFB23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B3CECC-9471-9000-CBB9-199540FF1169}"/>
              </a:ext>
            </a:extLst>
          </p:cNvPr>
          <p:cNvPicPr>
            <a:picLocks noChangeAspect="1"/>
          </p:cNvPicPr>
          <p:nvPr/>
        </p:nvPicPr>
        <p:blipFill>
          <a:blip r:embed="rId2"/>
          <a:stretch>
            <a:fillRect/>
          </a:stretch>
        </p:blipFill>
        <p:spPr>
          <a:xfrm>
            <a:off x="9525" y="0"/>
            <a:ext cx="12191999" cy="6858000"/>
          </a:xfrm>
          <a:prstGeom prst="rect">
            <a:avLst/>
          </a:prstGeom>
        </p:spPr>
      </p:pic>
      <p:sp>
        <p:nvSpPr>
          <p:cNvPr id="5" name="TextBox 4">
            <a:extLst>
              <a:ext uri="{FF2B5EF4-FFF2-40B4-BE49-F238E27FC236}">
                <a16:creationId xmlns:a16="http://schemas.microsoft.com/office/drawing/2014/main" id="{A2235A0F-7724-5DB3-E080-7398B8FC57F0}"/>
              </a:ext>
            </a:extLst>
          </p:cNvPr>
          <p:cNvSpPr txBox="1"/>
          <p:nvPr/>
        </p:nvSpPr>
        <p:spPr>
          <a:xfrm>
            <a:off x="609600" y="367553"/>
            <a:ext cx="5271247" cy="553998"/>
          </a:xfrm>
          <a:prstGeom prst="rect">
            <a:avLst/>
          </a:prstGeom>
          <a:noFill/>
        </p:spPr>
        <p:txBody>
          <a:bodyPr wrap="square" rtlCol="0">
            <a:spAutoFit/>
          </a:bodyPr>
          <a:lstStyle/>
          <a:p>
            <a:pPr algn="ctr"/>
            <a:r>
              <a:rPr lang="en-US" sz="3000" dirty="0"/>
              <a:t>DFD</a:t>
            </a:r>
            <a:endParaRPr lang="en-IN" sz="3000" dirty="0"/>
          </a:p>
        </p:txBody>
      </p:sp>
      <p:pic>
        <p:nvPicPr>
          <p:cNvPr id="4" name="Picture 3">
            <a:extLst>
              <a:ext uri="{FF2B5EF4-FFF2-40B4-BE49-F238E27FC236}">
                <a16:creationId xmlns:a16="http://schemas.microsoft.com/office/drawing/2014/main" id="{3B5DFA8B-5485-FB9E-0616-52816F6F1314}"/>
              </a:ext>
            </a:extLst>
          </p:cNvPr>
          <p:cNvPicPr>
            <a:picLocks noChangeAspect="1"/>
          </p:cNvPicPr>
          <p:nvPr/>
        </p:nvPicPr>
        <p:blipFill>
          <a:blip r:embed="rId3"/>
          <a:stretch>
            <a:fillRect/>
          </a:stretch>
        </p:blipFill>
        <p:spPr>
          <a:xfrm>
            <a:off x="296115" y="71717"/>
            <a:ext cx="6328522" cy="6714565"/>
          </a:xfrm>
          <a:prstGeom prst="rect">
            <a:avLst/>
          </a:prstGeom>
        </p:spPr>
      </p:pic>
    </p:spTree>
    <p:extLst>
      <p:ext uri="{BB962C8B-B14F-4D97-AF65-F5344CB8AC3E}">
        <p14:creationId xmlns:p14="http://schemas.microsoft.com/office/powerpoint/2010/main" val="3532392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55A18-4D62-094F-D2AF-5C982B16CD7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AE71A1-A6BB-B5B1-E856-D23A3974437F}"/>
              </a:ext>
            </a:extLst>
          </p:cNvPr>
          <p:cNvPicPr>
            <a:picLocks noChangeAspect="1"/>
          </p:cNvPicPr>
          <p:nvPr/>
        </p:nvPicPr>
        <p:blipFill>
          <a:blip r:embed="rId2"/>
          <a:stretch>
            <a:fillRect/>
          </a:stretch>
        </p:blipFill>
        <p:spPr>
          <a:xfrm>
            <a:off x="9525" y="0"/>
            <a:ext cx="12191999" cy="6858000"/>
          </a:xfrm>
          <a:prstGeom prst="rect">
            <a:avLst/>
          </a:prstGeom>
        </p:spPr>
      </p:pic>
      <p:pic>
        <p:nvPicPr>
          <p:cNvPr id="2" name="Picture 1">
            <a:extLst>
              <a:ext uri="{FF2B5EF4-FFF2-40B4-BE49-F238E27FC236}">
                <a16:creationId xmlns:a16="http://schemas.microsoft.com/office/drawing/2014/main" id="{4058C643-F8A0-EA5F-5AE2-11912A9D1FDB}"/>
              </a:ext>
            </a:extLst>
          </p:cNvPr>
          <p:cNvPicPr>
            <a:picLocks noChangeAspect="1"/>
          </p:cNvPicPr>
          <p:nvPr/>
        </p:nvPicPr>
        <p:blipFill>
          <a:blip r:embed="rId3"/>
          <a:stretch>
            <a:fillRect/>
          </a:stretch>
        </p:blipFill>
        <p:spPr>
          <a:xfrm>
            <a:off x="357449" y="1475759"/>
            <a:ext cx="6222645" cy="4062810"/>
          </a:xfrm>
          <a:prstGeom prst="rect">
            <a:avLst/>
          </a:prstGeom>
        </p:spPr>
      </p:pic>
      <p:sp>
        <p:nvSpPr>
          <p:cNvPr id="5" name="TextBox 4">
            <a:extLst>
              <a:ext uri="{FF2B5EF4-FFF2-40B4-BE49-F238E27FC236}">
                <a16:creationId xmlns:a16="http://schemas.microsoft.com/office/drawing/2014/main" id="{ACD393D3-FEFA-3953-CD6E-523E725963EB}"/>
              </a:ext>
            </a:extLst>
          </p:cNvPr>
          <p:cNvSpPr txBox="1"/>
          <p:nvPr/>
        </p:nvSpPr>
        <p:spPr>
          <a:xfrm>
            <a:off x="609600" y="367553"/>
            <a:ext cx="5271247" cy="553998"/>
          </a:xfrm>
          <a:prstGeom prst="rect">
            <a:avLst/>
          </a:prstGeom>
          <a:noFill/>
        </p:spPr>
        <p:txBody>
          <a:bodyPr wrap="square" rtlCol="0">
            <a:spAutoFit/>
          </a:bodyPr>
          <a:lstStyle/>
          <a:p>
            <a:pPr algn="ctr"/>
            <a:r>
              <a:rPr lang="en-US" sz="3000" dirty="0"/>
              <a:t>DFD</a:t>
            </a:r>
            <a:endParaRPr lang="en-IN" sz="3000" dirty="0"/>
          </a:p>
        </p:txBody>
      </p:sp>
    </p:spTree>
    <p:extLst>
      <p:ext uri="{BB962C8B-B14F-4D97-AF65-F5344CB8AC3E}">
        <p14:creationId xmlns:p14="http://schemas.microsoft.com/office/powerpoint/2010/main" val="1160362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7757D"/>
        </a:solidFill>
        <a:effectLst/>
      </p:bgPr>
    </p:bg>
    <p:spTree>
      <p:nvGrpSpPr>
        <p:cNvPr id="1" name=""/>
        <p:cNvGrpSpPr/>
        <p:nvPr/>
      </p:nvGrpSpPr>
      <p:grpSpPr>
        <a:xfrm>
          <a:off x="0" y="0"/>
          <a:ext cx="0" cy="0"/>
          <a:chOff x="0" y="0"/>
          <a:chExt cx="0" cy="0"/>
        </a:xfrm>
      </p:grpSpPr>
      <p:pic>
        <p:nvPicPr>
          <p:cNvPr id="15" name="Picture 14" descr="Balls connected with crossed wires"/>
          <p:cNvPicPr>
            <a:picLocks noChangeAspect="1"/>
          </p:cNvPicPr>
          <p:nvPr/>
        </p:nvPicPr>
        <p:blipFill rotWithShape="1">
          <a:blip r:embed="rId3" cstate="screen"/>
          <a:srcRect/>
          <a:stretch>
            <a:fillRect/>
          </a:stretch>
        </p:blipFill>
        <p:spPr>
          <a:xfrm rot="16200000">
            <a:off x="5976727" y="652671"/>
            <a:ext cx="6858002" cy="5552656"/>
          </a:xfrm>
          <a:prstGeom prst="rect">
            <a:avLst/>
          </a:prstGeom>
        </p:spPr>
      </p:pic>
      <p:grpSp>
        <p:nvGrpSpPr>
          <p:cNvPr id="236" name="Group 235"/>
          <p:cNvGrpSpPr/>
          <p:nvPr/>
        </p:nvGrpSpPr>
        <p:grpSpPr>
          <a:xfrm>
            <a:off x="10319546" y="61137"/>
            <a:ext cx="1813078" cy="1709844"/>
            <a:chOff x="4301836" y="1542184"/>
            <a:chExt cx="4242954" cy="4001365"/>
          </a:xfrm>
          <a:solidFill>
            <a:srgbClr val="E7E9DE"/>
          </a:solidFill>
        </p:grpSpPr>
        <p:sp>
          <p:nvSpPr>
            <p:cNvPr id="237" name="Freeform 236"/>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8" name="Freeform 237"/>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9" name="Freeform 238"/>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0" name="Freeform 239"/>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1" name="Freeform 240"/>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2" name="Freeform 241"/>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3" name="Freeform 242"/>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4" name="Freeform 243"/>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5" name="Freeform 244"/>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6" name="Freeform 245"/>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7" name="Freeform 246"/>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8" name="Freeform 247"/>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9" name="Freeform 248"/>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0" name="Freeform 249"/>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1" name="Freeform 250"/>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2" name="Freeform 251"/>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3" name="Freeform 252"/>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4" name="Freeform 253"/>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5" name="Freeform 254"/>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6" name="Freeform 255"/>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7" name="Freeform 256"/>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8" name="Freeform 257"/>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9" name="Freeform 258"/>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0" name="Freeform 259"/>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1" name="Freeform 260"/>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2" name="Freeform 261"/>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3" name="Freeform 262"/>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4" name="Freeform 263"/>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5" name="Freeform 264"/>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6" name="Freeform 265"/>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7" name="Freeform 266"/>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8" name="Freeform 267"/>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9" name="Freeform 268"/>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0" name="Freeform 269"/>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1" name="Freeform 270"/>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2" name="Freeform 271"/>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3" name="Freeform 272"/>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4" name="Freeform 273"/>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5" name="Freeform 274"/>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6" name="Freeform 275"/>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7" name="Freeform 276"/>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8" name="Freeform 277"/>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9" name="Freeform 278"/>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0" name="Freeform 279"/>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1" name="Freeform 280"/>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2" name="Freeform 281"/>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3" name="Freeform 282"/>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4" name="Freeform 283"/>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5" name="Freeform 284"/>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6" name="Freeform 285"/>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7" name="Freeform 286"/>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8" name="Freeform 287"/>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9" name="Freeform 288"/>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0" name="Freeform 289"/>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1" name="Freeform 290"/>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2" name="Freeform 291"/>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3" name="Freeform 292"/>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4" name="Freeform 293"/>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5" name="Freeform 294"/>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6" name="Freeform 295"/>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7" name="Freeform 296"/>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8" name="Freeform 297"/>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9" name="Freeform 298"/>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Freeform 299"/>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Freeform 300"/>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Freeform 301"/>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3" name="Freeform 302"/>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4" name="Freeform 303"/>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5" name="Freeform 304"/>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6" name="Freeform 305"/>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7" name="Freeform 306"/>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8" name="Freeform 307"/>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9" name="Freeform 308"/>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Freeform 309"/>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Freeform 310"/>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Freeform 311"/>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Freeform 312"/>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4" name="Freeform 313"/>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5" name="Freeform 314"/>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6" name="Freeform 315"/>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7" name="Freeform 316"/>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8" name="Freeform 317"/>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9" name="Freeform 318"/>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Freeform 319"/>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Freeform 320"/>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Freeform 321"/>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Freeform 322"/>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4" name="Freeform 323"/>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5" name="Freeform 324"/>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6" name="Freeform 325"/>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7" name="Freeform 326"/>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8" name="Freeform 327"/>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9" name="Freeform 328"/>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Freeform 329"/>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Freeform 330"/>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Freeform 331"/>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3" name="Freeform 332"/>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4" name="Freeform 333"/>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5" name="Freeform 334"/>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6" name="Freeform 335"/>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7" name="Freeform 336"/>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8" name="Freeform 337"/>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9" name="Freeform 338"/>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0" name="Freeform 339"/>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1" name="Freeform 340"/>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2" name="Freeform 341"/>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3" name="Freeform 342"/>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4" name="Freeform 343"/>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5" name="Freeform 344"/>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6" name="Freeform 345"/>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7" name="Freeform 346"/>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8" name="Freeform 347"/>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9" name="Freeform 348"/>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0" name="Freeform 349"/>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1" name="Freeform 350"/>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2" name="Freeform 351"/>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3" name="Freeform 352"/>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4" name="Freeform 353"/>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5" name="Freeform 354"/>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6" name="Freeform 355"/>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 name="Rectangle 53"/>
          <p:cNvSpPr/>
          <p:nvPr/>
        </p:nvSpPr>
        <p:spPr>
          <a:xfrm>
            <a:off x="-4906" y="163975"/>
            <a:ext cx="7446715"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white"/>
                </a:solidFill>
                <a:effectLst/>
                <a:uLnTx/>
                <a:uFillTx/>
                <a:latin typeface="Calibri"/>
                <a:ea typeface="+mn-ea"/>
                <a:cs typeface="+mn-cs"/>
              </a:rPr>
              <a:t>Deployment and Monitoring</a:t>
            </a:r>
            <a:endParaRPr kumimoji="0" lang="en-US" sz="4400" b="0" i="0" u="none" strike="noStrike" kern="100" cap="none" spc="0" normalizeH="0" baseline="0" noProof="0" dirty="0">
              <a:ln>
                <a:noFill/>
              </a:ln>
              <a:solidFill>
                <a:prstClr val="white"/>
              </a:solidFill>
              <a:effectLst/>
              <a:uLnTx/>
              <a:uFillTx/>
              <a:latin typeface="Courier" pitchFamily="2" charset="0"/>
              <a:ea typeface="Calibri" panose="020F0502020204030204" pitchFamily="34" charset="0"/>
              <a:cs typeface="Times New Roman" panose="02020603050405020304" pitchFamily="18" charset="0"/>
            </a:endParaRPr>
          </a:p>
        </p:txBody>
      </p:sp>
      <p:sp>
        <p:nvSpPr>
          <p:cNvPr id="5" name="Rectangle 4"/>
          <p:cNvSpPr/>
          <p:nvPr/>
        </p:nvSpPr>
        <p:spPr>
          <a:xfrm>
            <a:off x="227320" y="1350161"/>
            <a:ext cx="6227179" cy="53443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a:buChar char="•"/>
              <a:tabLst/>
              <a:defRPr/>
            </a:pPr>
            <a:endParaRPr kumimoji="0" lang="en-US" sz="2200" b="0" i="0" u="none" strike="noStrike" kern="1200" cap="none" spc="0" normalizeH="0" baseline="0" noProof="0" dirty="0">
              <a:ln>
                <a:noFill/>
              </a:ln>
              <a:solidFill>
                <a:prstClr val="white"/>
              </a:solidFill>
              <a:effectLst/>
              <a:uLnTx/>
              <a:uFillTx/>
              <a:latin typeface="Century Gothic"/>
              <a:ea typeface="Calibri" panose="020F0502020204030204"/>
              <a:cs typeface="Calibri" panose="020F0502020204030204"/>
            </a:endParaRPr>
          </a:p>
        </p:txBody>
      </p:sp>
      <p:sp>
        <p:nvSpPr>
          <p:cNvPr id="2" name="Rectangle 1">
            <a:extLst>
              <a:ext uri="{FF2B5EF4-FFF2-40B4-BE49-F238E27FC236}">
                <a16:creationId xmlns:a16="http://schemas.microsoft.com/office/drawing/2014/main" id="{054D85CD-4433-3BD6-C3E8-C8AA068A3176}"/>
              </a:ext>
            </a:extLst>
          </p:cNvPr>
          <p:cNvSpPr/>
          <p:nvPr/>
        </p:nvSpPr>
        <p:spPr>
          <a:xfrm>
            <a:off x="-20981" y="1127785"/>
            <a:ext cx="6634306" cy="436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C00000"/>
                </a:solidFill>
                <a:effectLst/>
                <a:uLnTx/>
                <a:uFillTx/>
                <a:latin typeface="Courier"/>
                <a:ea typeface="+mn-ea"/>
                <a:cs typeface="+mn-cs"/>
              </a:rPr>
              <a:t>Deployment Environment</a:t>
            </a:r>
          </a:p>
        </p:txBody>
      </p:sp>
      <p:sp>
        <p:nvSpPr>
          <p:cNvPr id="3" name="Rectangle 2">
            <a:extLst>
              <a:ext uri="{FF2B5EF4-FFF2-40B4-BE49-F238E27FC236}">
                <a16:creationId xmlns:a16="http://schemas.microsoft.com/office/drawing/2014/main" id="{5D3B7714-17BE-BCBC-C76E-9769F86D5DC6}"/>
              </a:ext>
            </a:extLst>
          </p:cNvPr>
          <p:cNvSpPr/>
          <p:nvPr/>
        </p:nvSpPr>
        <p:spPr>
          <a:xfrm>
            <a:off x="9425" y="3946704"/>
            <a:ext cx="6634306" cy="436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C00000"/>
                </a:solidFill>
                <a:effectLst/>
                <a:uLnTx/>
                <a:uFillTx/>
                <a:latin typeface="Courier"/>
                <a:ea typeface="+mn-ea"/>
                <a:cs typeface="+mn-cs"/>
              </a:rPr>
              <a:t>Monitoring</a:t>
            </a:r>
          </a:p>
        </p:txBody>
      </p:sp>
      <p:sp>
        <p:nvSpPr>
          <p:cNvPr id="4" name="Rounded Rectangle 2">
            <a:extLst>
              <a:ext uri="{FF2B5EF4-FFF2-40B4-BE49-F238E27FC236}">
                <a16:creationId xmlns:a16="http://schemas.microsoft.com/office/drawing/2014/main" id="{538B0A72-AA17-619E-E451-ED966F51DE1D}"/>
              </a:ext>
            </a:extLst>
          </p:cNvPr>
          <p:cNvSpPr/>
          <p:nvPr/>
        </p:nvSpPr>
        <p:spPr>
          <a:xfrm>
            <a:off x="-4906" y="1523118"/>
            <a:ext cx="6695118" cy="2041559"/>
          </a:xfrm>
          <a:prstGeom prst="roundRect">
            <a:avLst>
              <a:gd name="adj" fmla="val 4775"/>
            </a:avLst>
          </a:prstGeom>
          <a:solidFill>
            <a:srgbClr val="E7E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Front-End</a:t>
            </a:r>
            <a:r>
              <a:rPr lang="en-US" sz="2400" b="1" dirty="0">
                <a:solidFill>
                  <a:prstClr val="black"/>
                </a:solidFill>
                <a:latin typeface="Calibri"/>
              </a:rPr>
              <a:t> &amp; </a:t>
            </a:r>
            <a:r>
              <a:rPr kumimoji="0" lang="en-US" sz="2400" b="1" i="0" u="none" strike="noStrike" kern="1200" cap="none" spc="0" normalizeH="0" baseline="0" noProof="0" dirty="0">
                <a:ln>
                  <a:noFill/>
                </a:ln>
                <a:solidFill>
                  <a:prstClr val="black"/>
                </a:solidFill>
                <a:effectLst/>
                <a:uLnTx/>
                <a:uFillTx/>
                <a:latin typeface="Calibri"/>
                <a:ea typeface="+mn-ea"/>
                <a:cs typeface="+mn-cs"/>
              </a:rPr>
              <a:t>Back-End: </a:t>
            </a:r>
            <a:r>
              <a:rPr kumimoji="0" lang="en-US" sz="2400" b="0" i="0" u="none" strike="noStrike" kern="1200" cap="none" spc="0" normalizeH="0" baseline="0" noProof="0" dirty="0">
                <a:ln>
                  <a:noFill/>
                </a:ln>
                <a:solidFill>
                  <a:prstClr val="black"/>
                </a:solidFill>
                <a:effectLst/>
                <a:uLnTx/>
                <a:uFillTx/>
                <a:latin typeface="Calibri"/>
                <a:ea typeface="+mn-ea"/>
                <a:cs typeface="+mn-cs"/>
              </a:rPr>
              <a:t>Render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Database: </a:t>
            </a:r>
            <a:r>
              <a:rPr kumimoji="0" lang="en-US" sz="2400" b="0" i="0" u="none" strike="noStrike" kern="1200" cap="none" spc="0" normalizeH="0" baseline="0" noProof="0" dirty="0">
                <a:ln>
                  <a:noFill/>
                </a:ln>
                <a:solidFill>
                  <a:prstClr val="black"/>
                </a:solidFill>
                <a:effectLst/>
                <a:uLnTx/>
                <a:uFillTx/>
                <a:latin typeface="Calibri"/>
                <a:ea typeface="+mn-ea"/>
                <a:cs typeface="+mn-cs"/>
              </a:rPr>
              <a:t>MongoDB Atlas </a:t>
            </a:r>
          </a:p>
        </p:txBody>
      </p:sp>
      <p:sp>
        <p:nvSpPr>
          <p:cNvPr id="6" name="Rounded Rectangle 2">
            <a:extLst>
              <a:ext uri="{FF2B5EF4-FFF2-40B4-BE49-F238E27FC236}">
                <a16:creationId xmlns:a16="http://schemas.microsoft.com/office/drawing/2014/main" id="{01631537-192D-E77C-0E81-233D98ABE6A9}"/>
              </a:ext>
            </a:extLst>
          </p:cNvPr>
          <p:cNvSpPr/>
          <p:nvPr/>
        </p:nvSpPr>
        <p:spPr>
          <a:xfrm>
            <a:off x="-20981" y="4382802"/>
            <a:ext cx="6695118" cy="2378494"/>
          </a:xfrm>
          <a:prstGeom prst="roundRect">
            <a:avLst>
              <a:gd name="adj" fmla="val 4775"/>
            </a:avLst>
          </a:prstGeom>
          <a:solidFill>
            <a:srgbClr val="E7E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Website Performance: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Google Analytics</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Monitor traffic and user behavior.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PageSpeed</a:t>
            </a: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Insights</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Check loading speed and get optimization tips.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Addressing Performance Degradation: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Caching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Database Optimization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84348"/>
        </a:solidFill>
        <a:effectLst/>
      </p:bgPr>
    </p:bg>
    <p:spTree>
      <p:nvGrpSpPr>
        <p:cNvPr id="1" name=""/>
        <p:cNvGrpSpPr/>
        <p:nvPr/>
      </p:nvGrpSpPr>
      <p:grpSpPr>
        <a:xfrm>
          <a:off x="0" y="0"/>
          <a:ext cx="0" cy="0"/>
          <a:chOff x="0" y="0"/>
          <a:chExt cx="0" cy="0"/>
        </a:xfrm>
      </p:grpSpPr>
      <p:sp>
        <p:nvSpPr>
          <p:cNvPr id="2" name="TextBox 2"/>
          <p:cNvSpPr txBox="1"/>
          <p:nvPr/>
        </p:nvSpPr>
        <p:spPr>
          <a:xfrm>
            <a:off x="117014" y="-25400"/>
            <a:ext cx="8500827" cy="658706"/>
          </a:xfrm>
          <a:prstGeom prst="rect">
            <a:avLst/>
          </a:prstGeom>
        </p:spPr>
        <p:txBody>
          <a:bodyPr lIns="0" tIns="0" rIns="0" bIns="0" rtlCol="0" anchor="t">
            <a:spAutoFit/>
          </a:bodyPr>
          <a:lstStyle/>
          <a:p>
            <a:pPr defTabSz="609630">
              <a:lnSpc>
                <a:spcPts val="5280"/>
              </a:lnSpc>
            </a:pPr>
            <a:r>
              <a:rPr lang="en-US" sz="4400">
                <a:solidFill>
                  <a:srgbClr val="FFFFFF"/>
                </a:solidFill>
                <a:latin typeface="Arimo"/>
                <a:ea typeface="Arimo"/>
                <a:cs typeface="Arimo"/>
                <a:sym typeface="Arimo"/>
              </a:rPr>
              <a:t>Technology Stack</a:t>
            </a:r>
          </a:p>
        </p:txBody>
      </p:sp>
      <p:sp>
        <p:nvSpPr>
          <p:cNvPr id="3" name="Freeform 3"/>
          <p:cNvSpPr/>
          <p:nvPr/>
        </p:nvSpPr>
        <p:spPr>
          <a:xfrm>
            <a:off x="8617842" y="6233640"/>
            <a:ext cx="3574157" cy="624362"/>
          </a:xfrm>
          <a:custGeom>
            <a:avLst/>
            <a:gdLst/>
            <a:ahLst/>
            <a:cxnLst/>
            <a:rect l="l" t="t" r="r" b="b"/>
            <a:pathLst>
              <a:path w="5361236" h="936543">
                <a:moveTo>
                  <a:pt x="0" y="0"/>
                </a:moveTo>
                <a:lnTo>
                  <a:pt x="5361235" y="0"/>
                </a:lnTo>
                <a:lnTo>
                  <a:pt x="5361235" y="936543"/>
                </a:lnTo>
                <a:lnTo>
                  <a:pt x="0" y="9365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4" name="Table 4"/>
          <p:cNvGraphicFramePr>
            <a:graphicFrameLocks noGrp="1"/>
          </p:cNvGraphicFramePr>
          <p:nvPr>
            <p:extLst>
              <p:ext uri="{D42A27DB-BD31-4B8C-83A1-F6EECF244321}">
                <p14:modId xmlns:p14="http://schemas.microsoft.com/office/powerpoint/2010/main" val="1944342908"/>
              </p:ext>
            </p:extLst>
          </p:nvPr>
        </p:nvGraphicFramePr>
        <p:xfrm>
          <a:off x="117013" y="609600"/>
          <a:ext cx="10407552" cy="4607642"/>
        </p:xfrm>
        <a:graphic>
          <a:graphicData uri="http://schemas.openxmlformats.org/drawingml/2006/table">
            <a:tbl>
              <a:tblPr/>
              <a:tblGrid>
                <a:gridCol w="5670463">
                  <a:extLst>
                    <a:ext uri="{9D8B030D-6E8A-4147-A177-3AD203B41FA5}">
                      <a16:colId xmlns:a16="http://schemas.microsoft.com/office/drawing/2014/main" val="20000"/>
                    </a:ext>
                  </a:extLst>
                </a:gridCol>
                <a:gridCol w="2888058">
                  <a:extLst>
                    <a:ext uri="{9D8B030D-6E8A-4147-A177-3AD203B41FA5}">
                      <a16:colId xmlns:a16="http://schemas.microsoft.com/office/drawing/2014/main" val="20001"/>
                    </a:ext>
                  </a:extLst>
                </a:gridCol>
                <a:gridCol w="1849031">
                  <a:extLst>
                    <a:ext uri="{9D8B030D-6E8A-4147-A177-3AD203B41FA5}">
                      <a16:colId xmlns:a16="http://schemas.microsoft.com/office/drawing/2014/main" val="20002"/>
                    </a:ext>
                  </a:extLst>
                </a:gridCol>
              </a:tblGrid>
              <a:tr h="355096">
                <a:tc>
                  <a:txBody>
                    <a:bodyPr/>
                    <a:lstStyle/>
                    <a:p>
                      <a:pPr algn="l">
                        <a:lnSpc>
                          <a:spcPts val="2160"/>
                        </a:lnSpc>
                        <a:defRPr/>
                      </a:pPr>
                      <a:r>
                        <a:rPr lang="en-US" sz="1700" spc="-8" dirty="0">
                          <a:solidFill>
                            <a:srgbClr val="000000"/>
                          </a:solidFill>
                          <a:latin typeface="Evolventa"/>
                          <a:ea typeface="Evolventa"/>
                          <a:cs typeface="Evolventa"/>
                          <a:sym typeface="Evolventa"/>
                        </a:rPr>
                        <a:t>RESOURCE ITEM(Hardware/Software)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A8C1C2"/>
                    </a:solidFill>
                  </a:tcPr>
                </a:tc>
                <a:tc>
                  <a:txBody>
                    <a:bodyPr/>
                    <a:lstStyle/>
                    <a:p>
                      <a:pPr algn="l">
                        <a:lnSpc>
                          <a:spcPts val="2160"/>
                        </a:lnSpc>
                        <a:defRPr/>
                      </a:pPr>
                      <a:r>
                        <a:rPr lang="en-US" sz="1700" spc="-8">
                          <a:solidFill>
                            <a:srgbClr val="000000"/>
                          </a:solidFill>
                          <a:latin typeface="Evolventa"/>
                          <a:ea typeface="Evolventa"/>
                          <a:cs typeface="Evolventa"/>
                          <a:sym typeface="Evolventa"/>
                        </a:rPr>
                        <a:t>PROJECT PHASE / MILESTONE</a:t>
                      </a:r>
                      <a:endParaRPr lang="en-US" sz="170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a:lnSpc>
                          <a:spcPts val="2160"/>
                        </a:lnSpc>
                        <a:defRPr/>
                      </a:pPr>
                      <a:r>
                        <a:rPr lang="en-US" sz="1700" spc="-8" dirty="0">
                          <a:solidFill>
                            <a:srgbClr val="000000"/>
                          </a:solidFill>
                          <a:latin typeface="Evolventa"/>
                          <a:ea typeface="Evolventa"/>
                          <a:cs typeface="Evolventa"/>
                          <a:sym typeface="Evolventa"/>
                        </a:rPr>
                        <a:t>ESTIMATED COST</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A8C1C2"/>
                    </a:solidFill>
                  </a:tcPr>
                </a:tc>
                <a:extLst>
                  <a:ext uri="{0D108BD9-81ED-4DB2-BD59-A6C34878D82A}">
                    <a16:rowId xmlns:a16="http://schemas.microsoft.com/office/drawing/2014/main" val="10000"/>
                  </a:ext>
                </a:extLst>
              </a:tr>
              <a:tr h="486000">
                <a:tc>
                  <a:txBody>
                    <a:bodyPr/>
                    <a:lstStyle/>
                    <a:p>
                      <a:pPr algn="l">
                        <a:lnSpc>
                          <a:spcPts val="2520"/>
                        </a:lnSpc>
                        <a:defRPr/>
                      </a:pPr>
                      <a:r>
                        <a:rPr lang="en-US" sz="1700" b="1" dirty="0">
                          <a:solidFill>
                            <a:srgbClr val="000000"/>
                          </a:solidFill>
                          <a:latin typeface="Arimo Bold"/>
                          <a:ea typeface="Arimo Bold"/>
                          <a:cs typeface="Arimo Bold"/>
                          <a:sym typeface="Arimo Bold"/>
                        </a:rPr>
                        <a:t>HTML/CSS/JAVASCRIPT/EJS(Software)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EFED"/>
                    </a:solidFill>
                  </a:tcPr>
                </a:tc>
                <a:tc>
                  <a:txBody>
                    <a:bodyPr/>
                    <a:lstStyle/>
                    <a:p>
                      <a:pPr algn="l">
                        <a:lnSpc>
                          <a:spcPts val="2520"/>
                        </a:lnSpc>
                        <a:defRPr/>
                      </a:pPr>
                      <a:r>
                        <a:rPr lang="en-US" sz="1700" b="1">
                          <a:solidFill>
                            <a:srgbClr val="000000"/>
                          </a:solidFill>
                          <a:latin typeface="Arimo Bold"/>
                          <a:ea typeface="Arimo Bold"/>
                          <a:cs typeface="Arimo Bold"/>
                          <a:sym typeface="Arimo Bold"/>
                        </a:rPr>
                        <a:t>Frontend Development</a:t>
                      </a:r>
                      <a:endParaRPr lang="en-US" sz="170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ts val="2520"/>
                        </a:lnSpc>
                        <a:defRPr/>
                      </a:pPr>
                      <a:r>
                        <a:rPr lang="en-US" sz="1700" dirty="0">
                          <a:solidFill>
                            <a:srgbClr val="000000"/>
                          </a:solidFill>
                          <a:latin typeface="Arimo"/>
                          <a:ea typeface="Arimo"/>
                          <a:cs typeface="Arimo"/>
                          <a:sym typeface="Arimo"/>
                        </a:rPr>
                        <a:t>Free (Open-source)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0E2E1"/>
                    </a:solidFill>
                  </a:tcPr>
                </a:tc>
                <a:extLst>
                  <a:ext uri="{0D108BD9-81ED-4DB2-BD59-A6C34878D82A}">
                    <a16:rowId xmlns:a16="http://schemas.microsoft.com/office/drawing/2014/main" val="3784959922"/>
                  </a:ext>
                </a:extLst>
              </a:tr>
              <a:tr h="486000">
                <a:tc>
                  <a:txBody>
                    <a:bodyPr/>
                    <a:lstStyle/>
                    <a:p>
                      <a:pPr algn="l">
                        <a:lnSpc>
                          <a:spcPts val="2160"/>
                        </a:lnSpc>
                        <a:defRPr/>
                      </a:pPr>
                      <a:r>
                        <a:rPr lang="en-US" sz="1700" b="1" spc="-8" dirty="0">
                          <a:solidFill>
                            <a:srgbClr val="000000"/>
                          </a:solidFill>
                          <a:latin typeface="Evolventa Bold"/>
                          <a:ea typeface="Evolventa Bold"/>
                          <a:cs typeface="Evolventa Bold"/>
                          <a:sym typeface="Evolventa Bold"/>
                        </a:rPr>
                        <a:t>Express (Software)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EFED"/>
                    </a:solidFill>
                  </a:tcPr>
                </a:tc>
                <a:tc>
                  <a:txBody>
                    <a:bodyPr/>
                    <a:lstStyle/>
                    <a:p>
                      <a:pPr algn="l">
                        <a:lnSpc>
                          <a:spcPts val="2519"/>
                        </a:lnSpc>
                        <a:defRPr/>
                      </a:pPr>
                      <a:r>
                        <a:rPr lang="en-US" sz="1700" b="1" dirty="0">
                          <a:solidFill>
                            <a:srgbClr val="000000"/>
                          </a:solidFill>
                          <a:latin typeface="Arimo Bold"/>
                          <a:ea typeface="Arimo Bold"/>
                          <a:cs typeface="Arimo Bold"/>
                          <a:sym typeface="Arimo Bold"/>
                        </a:rPr>
                        <a:t> Framework</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ts val="2160"/>
                        </a:lnSpc>
                        <a:defRPr/>
                      </a:pPr>
                      <a:r>
                        <a:rPr lang="en-US" sz="1700" spc="-8" dirty="0">
                          <a:solidFill>
                            <a:srgbClr val="000000"/>
                          </a:solidFill>
                          <a:latin typeface="Evolventa"/>
                          <a:ea typeface="Evolventa"/>
                          <a:cs typeface="Evolventa"/>
                          <a:sym typeface="Evolventa"/>
                        </a:rPr>
                        <a:t>Free (Open-source)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0E2E1"/>
                    </a:solidFill>
                  </a:tcPr>
                </a:tc>
                <a:extLst>
                  <a:ext uri="{0D108BD9-81ED-4DB2-BD59-A6C34878D82A}">
                    <a16:rowId xmlns:a16="http://schemas.microsoft.com/office/drawing/2014/main" val="10002"/>
                  </a:ext>
                </a:extLst>
              </a:tr>
              <a:tr h="486000">
                <a:tc>
                  <a:txBody>
                    <a:bodyPr/>
                    <a:lstStyle/>
                    <a:p>
                      <a:pPr marL="0" marR="0" lvl="0" indent="0" algn="l" defTabSz="609630" rtl="0" eaLnBrk="1" fontAlgn="auto" latinLnBrk="0" hangingPunct="1">
                        <a:lnSpc>
                          <a:spcPts val="2160"/>
                        </a:lnSpc>
                        <a:spcBef>
                          <a:spcPts val="0"/>
                        </a:spcBef>
                        <a:spcAft>
                          <a:spcPts val="0"/>
                        </a:spcAft>
                        <a:buClrTx/>
                        <a:buSzTx/>
                        <a:buFontTx/>
                        <a:buNone/>
                        <a:tabLst/>
                        <a:defRPr/>
                      </a:pPr>
                      <a:r>
                        <a:rPr lang="en-US" sz="1700" b="1" spc="-8" dirty="0">
                          <a:solidFill>
                            <a:srgbClr val="000000"/>
                          </a:solidFill>
                          <a:latin typeface="Evolventa Bold"/>
                          <a:ea typeface="Evolventa Bold"/>
                          <a:cs typeface="Evolventa Bold"/>
                          <a:sym typeface="Evolventa Bold"/>
                        </a:rPr>
                        <a:t>Node.js (Software)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EFED"/>
                    </a:solidFill>
                  </a:tcPr>
                </a:tc>
                <a:tc>
                  <a:txBody>
                    <a:bodyPr/>
                    <a:lstStyle/>
                    <a:p>
                      <a:pPr algn="l">
                        <a:lnSpc>
                          <a:spcPts val="2519"/>
                        </a:lnSpc>
                        <a:defRPr/>
                      </a:pPr>
                      <a:r>
                        <a:rPr lang="en-US" sz="1700" b="1" dirty="0" err="1"/>
                        <a:t>BackendDevelopment</a:t>
                      </a:r>
                      <a:endParaRPr lang="en-US" sz="1700" b="1"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lvl="0" indent="0" algn="ctr" defTabSz="609630" rtl="0" eaLnBrk="1" fontAlgn="auto" latinLnBrk="0" hangingPunct="1">
                        <a:lnSpc>
                          <a:spcPts val="2160"/>
                        </a:lnSpc>
                        <a:spcBef>
                          <a:spcPts val="0"/>
                        </a:spcBef>
                        <a:spcAft>
                          <a:spcPts val="0"/>
                        </a:spcAft>
                        <a:buClrTx/>
                        <a:buSzTx/>
                        <a:buFontTx/>
                        <a:buNone/>
                        <a:tabLst/>
                        <a:defRPr/>
                      </a:pPr>
                      <a:r>
                        <a:rPr lang="en-US" sz="1700" spc="-8" dirty="0">
                          <a:solidFill>
                            <a:srgbClr val="000000"/>
                          </a:solidFill>
                          <a:latin typeface="Evolventa"/>
                          <a:ea typeface="Evolventa"/>
                          <a:cs typeface="Evolventa"/>
                          <a:sym typeface="Evolventa"/>
                        </a:rPr>
                        <a:t>Free (Open-source)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0E2E1"/>
                    </a:solidFill>
                  </a:tcPr>
                </a:tc>
                <a:extLst>
                  <a:ext uri="{0D108BD9-81ED-4DB2-BD59-A6C34878D82A}">
                    <a16:rowId xmlns:a16="http://schemas.microsoft.com/office/drawing/2014/main" val="14693469"/>
                  </a:ext>
                </a:extLst>
              </a:tr>
              <a:tr h="486621">
                <a:tc>
                  <a:txBody>
                    <a:bodyPr/>
                    <a:lstStyle/>
                    <a:p>
                      <a:pPr algn="l">
                        <a:lnSpc>
                          <a:spcPts val="2520"/>
                        </a:lnSpc>
                        <a:defRPr/>
                      </a:pPr>
                      <a:r>
                        <a:rPr lang="en-US" sz="1700" b="1" dirty="0" err="1">
                          <a:solidFill>
                            <a:srgbClr val="000000"/>
                          </a:solidFill>
                          <a:latin typeface="Arimo Bold"/>
                          <a:ea typeface="Arimo Bold"/>
                          <a:cs typeface="Arimo Bold"/>
                          <a:sym typeface="Arimo Bold"/>
                        </a:rPr>
                        <a:t>MongoDb</a:t>
                      </a:r>
                      <a:r>
                        <a:rPr lang="en-US" sz="1700" b="1" dirty="0">
                          <a:solidFill>
                            <a:srgbClr val="000000"/>
                          </a:solidFill>
                          <a:latin typeface="Arimo Bold"/>
                          <a:ea typeface="Arimo Bold"/>
                          <a:cs typeface="Arimo Bold"/>
                          <a:sym typeface="Arimo Bold"/>
                        </a:rPr>
                        <a:t> (Software)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EFED"/>
                    </a:solidFill>
                  </a:tcPr>
                </a:tc>
                <a:tc>
                  <a:txBody>
                    <a:bodyPr/>
                    <a:lstStyle/>
                    <a:p>
                      <a:pPr algn="l">
                        <a:lnSpc>
                          <a:spcPts val="2520"/>
                        </a:lnSpc>
                        <a:defRPr/>
                      </a:pPr>
                      <a:r>
                        <a:rPr lang="en-US" sz="1700" b="1" dirty="0">
                          <a:solidFill>
                            <a:srgbClr val="000000"/>
                          </a:solidFill>
                          <a:latin typeface="Arimo Bold"/>
                          <a:ea typeface="Arimo Bold"/>
                          <a:cs typeface="Arimo Bold"/>
                          <a:sym typeface="Arimo Bold"/>
                        </a:rPr>
                        <a:t>Database Design &amp; Implementation</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ts val="2520"/>
                        </a:lnSpc>
                        <a:defRPr/>
                      </a:pPr>
                      <a:r>
                        <a:rPr lang="en-US" sz="1700" dirty="0">
                          <a:solidFill>
                            <a:srgbClr val="000000"/>
                          </a:solidFill>
                          <a:latin typeface="Arimo"/>
                          <a:ea typeface="Arimo"/>
                          <a:cs typeface="Arimo"/>
                          <a:sym typeface="Arimo"/>
                        </a:rPr>
                        <a:t>Free (Open-source)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0E2E1"/>
                    </a:solidFill>
                  </a:tcPr>
                </a:tc>
                <a:extLst>
                  <a:ext uri="{0D108BD9-81ED-4DB2-BD59-A6C34878D82A}">
                    <a16:rowId xmlns:a16="http://schemas.microsoft.com/office/drawing/2014/main" val="10003"/>
                  </a:ext>
                </a:extLst>
              </a:tr>
              <a:tr h="433468">
                <a:tc>
                  <a:txBody>
                    <a:bodyPr/>
                    <a:lstStyle/>
                    <a:p>
                      <a:pPr algn="l">
                        <a:lnSpc>
                          <a:spcPts val="2160"/>
                        </a:lnSpc>
                        <a:defRPr/>
                      </a:pPr>
                      <a:r>
                        <a:rPr lang="en-US" sz="1700" b="1" spc="-8" dirty="0">
                          <a:solidFill>
                            <a:srgbClr val="000000"/>
                          </a:solidFill>
                          <a:latin typeface="Evolventa Bold"/>
                          <a:ea typeface="Evolventa Bold"/>
                          <a:cs typeface="Evolventa Bold"/>
                          <a:sym typeface="Evolventa Bold"/>
                        </a:rPr>
                        <a:t>Git/GitHub (Software)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EFED"/>
                    </a:solidFill>
                  </a:tcPr>
                </a:tc>
                <a:tc>
                  <a:txBody>
                    <a:bodyPr/>
                    <a:lstStyle/>
                    <a:p>
                      <a:pPr algn="l">
                        <a:lnSpc>
                          <a:spcPts val="2520"/>
                        </a:lnSpc>
                        <a:defRPr/>
                      </a:pPr>
                      <a:r>
                        <a:rPr lang="en-US" sz="1700" b="1">
                          <a:solidFill>
                            <a:srgbClr val="000000"/>
                          </a:solidFill>
                          <a:latin typeface="Arimo Bold"/>
                          <a:ea typeface="Arimo Bold"/>
                          <a:cs typeface="Arimo Bold"/>
                          <a:sym typeface="Arimo Bold"/>
                        </a:rPr>
                        <a:t>Version Control &amp; Collaboration</a:t>
                      </a:r>
                      <a:endParaRPr lang="en-US" sz="170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ts val="2160"/>
                        </a:lnSpc>
                        <a:defRPr/>
                      </a:pPr>
                      <a:r>
                        <a:rPr lang="en-US" sz="1700" spc="-8" dirty="0">
                          <a:solidFill>
                            <a:srgbClr val="000000"/>
                          </a:solidFill>
                          <a:latin typeface="Evolventa"/>
                          <a:ea typeface="Evolventa"/>
                          <a:cs typeface="Evolventa"/>
                          <a:sym typeface="Evolventa"/>
                        </a:rPr>
                        <a:t>Free (Open-source)</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0E2E1"/>
                    </a:solidFill>
                  </a:tcPr>
                </a:tc>
                <a:extLst>
                  <a:ext uri="{0D108BD9-81ED-4DB2-BD59-A6C34878D82A}">
                    <a16:rowId xmlns:a16="http://schemas.microsoft.com/office/drawing/2014/main" val="10007"/>
                  </a:ext>
                </a:extLst>
              </a:tr>
              <a:tr h="1292013">
                <a:tc>
                  <a:txBody>
                    <a:bodyPr/>
                    <a:lstStyle/>
                    <a:p>
                      <a:pPr algn="l">
                        <a:lnSpc>
                          <a:spcPts val="2160"/>
                        </a:lnSpc>
                        <a:defRPr/>
                      </a:pPr>
                      <a:r>
                        <a:rPr lang="en-US" sz="1700" b="1" spc="-8" dirty="0">
                          <a:solidFill>
                            <a:srgbClr val="000000"/>
                          </a:solidFill>
                          <a:latin typeface="Evolventa Bold"/>
                          <a:ea typeface="Evolventa Bold"/>
                          <a:cs typeface="Evolventa Bold"/>
                          <a:sym typeface="Evolventa Bold"/>
                        </a:rPr>
                        <a:t>Cloud Hosting Service (e.g., </a:t>
                      </a:r>
                      <a:r>
                        <a:rPr lang="en-US" sz="1700" b="1" spc="-8" dirty="0" err="1">
                          <a:solidFill>
                            <a:srgbClr val="000000"/>
                          </a:solidFill>
                          <a:latin typeface="Evolventa Bold"/>
                          <a:ea typeface="Evolventa Bold"/>
                          <a:cs typeface="Evolventa Bold"/>
                          <a:sym typeface="Evolventa Bold"/>
                        </a:rPr>
                        <a:t>AWS,Vercel</a:t>
                      </a:r>
                      <a:r>
                        <a:rPr lang="en-US" sz="1700" b="1" spc="-8" dirty="0">
                          <a:solidFill>
                            <a:srgbClr val="000000"/>
                          </a:solidFill>
                          <a:latin typeface="Evolventa Bold"/>
                          <a:ea typeface="Evolventa Bold"/>
                          <a:cs typeface="Evolventa Bold"/>
                          <a:sym typeface="Evolventa Bold"/>
                        </a:rPr>
                        <a:t>)</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EFED"/>
                    </a:solidFill>
                  </a:tcPr>
                </a:tc>
                <a:tc>
                  <a:txBody>
                    <a:bodyPr/>
                    <a:lstStyle/>
                    <a:p>
                      <a:pPr algn="l">
                        <a:lnSpc>
                          <a:spcPts val="2160"/>
                        </a:lnSpc>
                        <a:defRPr/>
                      </a:pPr>
                      <a:r>
                        <a:rPr lang="en-US" sz="1700" b="1" spc="-8" dirty="0">
                          <a:solidFill>
                            <a:srgbClr val="000000"/>
                          </a:solidFill>
                          <a:latin typeface="Evolventa Bold"/>
                          <a:ea typeface="Evolventa Bold"/>
                          <a:cs typeface="Evolventa Bold"/>
                          <a:sym typeface="Evolventa Bold"/>
                        </a:rPr>
                        <a:t>Deployment &amp; Hosting</a:t>
                      </a: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just">
                        <a:lnSpc>
                          <a:spcPts val="2160"/>
                        </a:lnSpc>
                        <a:defRPr/>
                      </a:pPr>
                      <a:r>
                        <a:rPr lang="en-US" sz="1700" spc="-7" dirty="0">
                          <a:solidFill>
                            <a:srgbClr val="000000"/>
                          </a:solidFill>
                          <a:latin typeface="Evolventa"/>
                          <a:ea typeface="Evolventa"/>
                          <a:cs typeface="Evolventa"/>
                          <a:sym typeface="Evolventa"/>
                        </a:rPr>
                        <a:t>Free</a:t>
                      </a:r>
                      <a:r>
                        <a:rPr lang="en-US" sz="1700" spc="-8" dirty="0">
                          <a:solidFill>
                            <a:srgbClr val="000000"/>
                          </a:solidFill>
                          <a:latin typeface="Evolventa"/>
                          <a:ea typeface="Evolventa"/>
                          <a:cs typeface="Evolventa"/>
                          <a:sym typeface="Evolventa"/>
                        </a:rPr>
                        <a:t>(Open-source)</a:t>
                      </a:r>
                      <a:endParaRPr lang="en-US" sz="1700" dirty="0"/>
                    </a:p>
                    <a:p>
                      <a:pPr algn="just">
                        <a:lnSpc>
                          <a:spcPts val="2160"/>
                        </a:lnSpc>
                      </a:pPr>
                      <a:endParaRPr lang="en-US" sz="1700" dirty="0"/>
                    </a:p>
                  </a:txBody>
                  <a:tcPr marL="60960" marR="60960" marT="60960" marB="6096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0E2E1"/>
                    </a:solidFill>
                  </a:tcPr>
                </a:tc>
                <a:extLst>
                  <a:ext uri="{0D108BD9-81ED-4DB2-BD59-A6C34878D82A}">
                    <a16:rowId xmlns:a16="http://schemas.microsoft.com/office/drawing/2014/main" val="10008"/>
                  </a:ext>
                </a:extLst>
              </a:tr>
            </a:tbl>
          </a:graphicData>
        </a:graphic>
      </p:graphicFrame>
      <p:sp>
        <p:nvSpPr>
          <p:cNvPr id="5" name="TextBox 5"/>
          <p:cNvSpPr txBox="1"/>
          <p:nvPr/>
        </p:nvSpPr>
        <p:spPr>
          <a:xfrm>
            <a:off x="4703328" y="6340443"/>
            <a:ext cx="1653440" cy="243656"/>
          </a:xfrm>
          <a:prstGeom prst="rect">
            <a:avLst/>
          </a:prstGeom>
        </p:spPr>
        <p:txBody>
          <a:bodyPr lIns="0" tIns="0" rIns="0" bIns="0" rtlCol="0" anchor="t">
            <a:spAutoFit/>
          </a:bodyPr>
          <a:lstStyle/>
          <a:p>
            <a:pPr algn="r" defTabSz="609630">
              <a:lnSpc>
                <a:spcPts val="1926"/>
              </a:lnSpc>
            </a:pPr>
            <a:r>
              <a:rPr lang="en-US" sz="1605" spc="-7" dirty="0">
                <a:solidFill>
                  <a:srgbClr val="FFFFFF"/>
                </a:solidFill>
                <a:latin typeface="Evolventa"/>
                <a:ea typeface="Evolventa"/>
                <a:cs typeface="Evolventa"/>
                <a:sym typeface="Evolventa"/>
              </a:rPr>
              <a:t>TOTAL COSTS :</a:t>
            </a:r>
          </a:p>
        </p:txBody>
      </p:sp>
      <p:sp>
        <p:nvSpPr>
          <p:cNvPr id="6" name="TextBox 6"/>
          <p:cNvSpPr txBox="1"/>
          <p:nvPr/>
        </p:nvSpPr>
        <p:spPr>
          <a:xfrm>
            <a:off x="5865363" y="6334095"/>
            <a:ext cx="2081849" cy="248722"/>
          </a:xfrm>
          <a:prstGeom prst="rect">
            <a:avLst/>
          </a:prstGeom>
        </p:spPr>
        <p:txBody>
          <a:bodyPr lIns="0" tIns="0" rIns="0" bIns="0" rtlCol="0" anchor="t">
            <a:spAutoFit/>
          </a:bodyPr>
          <a:lstStyle/>
          <a:p>
            <a:pPr algn="ctr" defTabSz="609630">
              <a:lnSpc>
                <a:spcPts val="1997"/>
              </a:lnSpc>
            </a:pPr>
            <a:r>
              <a:rPr lang="en-US" sz="1665" spc="-7" dirty="0">
                <a:solidFill>
                  <a:srgbClr val="FFFFFF"/>
                </a:solidFill>
                <a:latin typeface="Evolventa"/>
                <a:ea typeface="Evolventa"/>
                <a:cs typeface="Evolventa"/>
                <a:sym typeface="Evolventa"/>
              </a:rPr>
              <a:t>0</a:t>
            </a:r>
          </a:p>
        </p:txBody>
      </p:sp>
      <p:sp>
        <p:nvSpPr>
          <p:cNvPr id="7" name="TextBox 7"/>
          <p:cNvSpPr txBox="1"/>
          <p:nvPr/>
        </p:nvSpPr>
        <p:spPr>
          <a:xfrm>
            <a:off x="8648046" y="6250675"/>
            <a:ext cx="3520234" cy="423193"/>
          </a:xfrm>
          <a:prstGeom prst="rect">
            <a:avLst/>
          </a:prstGeom>
        </p:spPr>
        <p:txBody>
          <a:bodyPr lIns="0" tIns="0" rIns="0" bIns="0" rtlCol="0" anchor="t">
            <a:spAutoFit/>
          </a:bodyPr>
          <a:lstStyle/>
          <a:p>
            <a:pPr algn="ctr" defTabSz="609630">
              <a:lnSpc>
                <a:spcPts val="3333"/>
              </a:lnSpc>
              <a:spcBef>
                <a:spcPct val="0"/>
              </a:spcBef>
            </a:pPr>
            <a:r>
              <a:rPr lang="en-US" sz="2777" b="1" spc="-13">
                <a:solidFill>
                  <a:srgbClr val="FFFFFF"/>
                </a:solidFill>
                <a:latin typeface="Evolventa Bold"/>
                <a:ea typeface="Evolventa Bold"/>
                <a:cs typeface="Evolventa Bold"/>
                <a:sym typeface="Evolventa Bold"/>
              </a:rPr>
              <a:t>PROJECT</a:t>
            </a:r>
            <a:r>
              <a:rPr lang="en-US" sz="2777" b="1" spc="-13">
                <a:solidFill>
                  <a:srgbClr val="000000"/>
                </a:solidFill>
                <a:latin typeface="Evolventa Bold"/>
                <a:ea typeface="Evolventa Bold"/>
                <a:cs typeface="Evolventa Bold"/>
                <a:sym typeface="Evolventa Bold"/>
              </a:rPr>
              <a:t> </a:t>
            </a:r>
            <a:r>
              <a:rPr lang="en-US" sz="2777" b="1" spc="-13">
                <a:solidFill>
                  <a:srgbClr val="E0E2E1"/>
                </a:solidFill>
                <a:latin typeface="Evolventa Bold"/>
                <a:ea typeface="Evolventa Bold"/>
                <a:cs typeface="Evolventa Bold"/>
                <a:sym typeface="Evolventa Bold"/>
              </a:rPr>
              <a:t>PROPOSAL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E7730BC-CAEE-226D-9C25-4FE838527CF1}"/>
              </a:ext>
            </a:extLst>
          </p:cNvPr>
          <p:cNvSpPr/>
          <p:nvPr/>
        </p:nvSpPr>
        <p:spPr>
          <a:xfrm>
            <a:off x="-4906" y="1443"/>
            <a:ext cx="12191999" cy="6856557"/>
          </a:xfrm>
          <a:prstGeom prst="rect">
            <a:avLst/>
          </a:prstGeom>
          <a:solidFill>
            <a:srgbClr val="3C6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D7D31">
                  <a:lumMod val="75000"/>
                </a:srgbClr>
              </a:solidFill>
              <a:effectLst/>
              <a:uLnTx/>
              <a:uFillTx/>
              <a:latin typeface="Calibri"/>
              <a:ea typeface="+mn-ea"/>
              <a:cs typeface="+mn-cs"/>
            </a:endParaRPr>
          </a:p>
        </p:txBody>
      </p:sp>
      <p:graphicFrame>
        <p:nvGraphicFramePr>
          <p:cNvPr id="2" name="Table 2">
            <a:extLst>
              <a:ext uri="{FF2B5EF4-FFF2-40B4-BE49-F238E27FC236}">
                <a16:creationId xmlns:a16="http://schemas.microsoft.com/office/drawing/2014/main" id="{37355569-728A-7144-B0C9-4D9511C7D2C3}"/>
              </a:ext>
            </a:extLst>
          </p:cNvPr>
          <p:cNvGraphicFramePr>
            <a:graphicFrameLocks noGrp="1"/>
          </p:cNvGraphicFramePr>
          <p:nvPr/>
        </p:nvGraphicFramePr>
        <p:xfrm>
          <a:off x="230846" y="1536490"/>
          <a:ext cx="11730307" cy="4489452"/>
        </p:xfrm>
        <a:graphic>
          <a:graphicData uri="http://schemas.openxmlformats.org/drawingml/2006/table">
            <a:tbl>
              <a:tblPr firstRow="1" bandRow="1">
                <a:tableStyleId>{5C22544A-7EE6-4342-B048-85BDC9FD1C3A}</a:tableStyleId>
              </a:tblPr>
              <a:tblGrid>
                <a:gridCol w="3488677">
                  <a:extLst>
                    <a:ext uri="{9D8B030D-6E8A-4147-A177-3AD203B41FA5}">
                      <a16:colId xmlns:a16="http://schemas.microsoft.com/office/drawing/2014/main" val="602210714"/>
                    </a:ext>
                  </a:extLst>
                </a:gridCol>
                <a:gridCol w="2346158">
                  <a:extLst>
                    <a:ext uri="{9D8B030D-6E8A-4147-A177-3AD203B41FA5}">
                      <a16:colId xmlns:a16="http://schemas.microsoft.com/office/drawing/2014/main" val="745651107"/>
                    </a:ext>
                  </a:extLst>
                </a:gridCol>
                <a:gridCol w="2009273">
                  <a:extLst>
                    <a:ext uri="{9D8B030D-6E8A-4147-A177-3AD203B41FA5}">
                      <a16:colId xmlns:a16="http://schemas.microsoft.com/office/drawing/2014/main" val="3203644497"/>
                    </a:ext>
                  </a:extLst>
                </a:gridCol>
                <a:gridCol w="2009274">
                  <a:extLst>
                    <a:ext uri="{9D8B030D-6E8A-4147-A177-3AD203B41FA5}">
                      <a16:colId xmlns:a16="http://schemas.microsoft.com/office/drawing/2014/main" val="3839570682"/>
                    </a:ext>
                  </a:extLst>
                </a:gridCol>
                <a:gridCol w="1876925">
                  <a:extLst>
                    <a:ext uri="{9D8B030D-6E8A-4147-A177-3AD203B41FA5}">
                      <a16:colId xmlns:a16="http://schemas.microsoft.com/office/drawing/2014/main" val="436924813"/>
                    </a:ext>
                  </a:extLst>
                </a:gridCol>
              </a:tblGrid>
              <a:tr h="243926">
                <a:tc>
                  <a:txBody>
                    <a:bodyPr/>
                    <a:lstStyle/>
                    <a:p>
                      <a:pPr>
                        <a:lnSpc>
                          <a:spcPct val="100000"/>
                        </a:lnSpc>
                      </a:pPr>
                      <a:r>
                        <a:rPr lang="en-US" sz="1000" b="0" dirty="0">
                          <a:solidFill>
                            <a:schemeClr val="tx1"/>
                          </a:solidFill>
                          <a:latin typeface="Century Gothic" panose="020B0502020202020204" pitchFamily="34" charset="0"/>
                        </a:rPr>
                        <a:t>TASKS</a:t>
                      </a:r>
                      <a:endParaRPr lang="en-US" sz="900" b="0" dirty="0">
                        <a:solidFill>
                          <a:schemeClr val="tx1"/>
                        </a:solidFill>
                        <a:latin typeface="Century Gothic" panose="020B0502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a:lnSpc>
                          <a:spcPct val="100000"/>
                        </a:lnSpc>
                      </a:pPr>
                      <a:r>
                        <a:rPr lang="en-US" sz="1200" b="0" dirty="0">
                          <a:solidFill>
                            <a:schemeClr val="tx1"/>
                          </a:solidFill>
                          <a:latin typeface="Century Gothic" panose="020B0502020202020204" pitchFamily="34" charset="0"/>
                        </a:rPr>
                        <a:t>January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alpha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Century Gothic" panose="020B0502020202020204" pitchFamily="34" charset="0"/>
                        </a:rPr>
                        <a:t>February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alpha val="75000"/>
                      </a:schemeClr>
                    </a:solidFill>
                  </a:tcPr>
                </a:tc>
                <a:tc>
                  <a:txBody>
                    <a:bodyPr/>
                    <a:lstStyle/>
                    <a:p>
                      <a:pPr algn="ctr">
                        <a:lnSpc>
                          <a:spcPct val="100000"/>
                        </a:lnSpc>
                      </a:pPr>
                      <a:r>
                        <a:rPr lang="en-US" sz="1200" b="0" dirty="0">
                          <a:solidFill>
                            <a:schemeClr val="tx1"/>
                          </a:solidFill>
                          <a:latin typeface="Century Gothic" panose="020B0502020202020204" pitchFamily="34" charset="0"/>
                        </a:rPr>
                        <a:t>March</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alpha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Century Gothic" panose="020B0502020202020204" pitchFamily="34" charset="0"/>
                        </a:rPr>
                        <a:t>April</a:t>
                      </a:r>
                      <a:endParaRPr lang="en-US" sz="1200" b="0" dirty="0">
                        <a:solidFill>
                          <a:schemeClr val="tx1"/>
                        </a:solidFill>
                        <a:latin typeface="Century Gothic" panose="020B0502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alpha val="75000"/>
                      </a:schemeClr>
                    </a:solidFill>
                  </a:tcPr>
                </a:tc>
                <a:extLst>
                  <a:ext uri="{0D108BD9-81ED-4DB2-BD59-A6C34878D82A}">
                    <a16:rowId xmlns:a16="http://schemas.microsoft.com/office/drawing/2014/main" val="350915962"/>
                  </a:ext>
                </a:extLst>
              </a:tr>
              <a:tr h="468348">
                <a:tc>
                  <a:txBody>
                    <a:bodyPr/>
                    <a:lstStyle/>
                    <a:p>
                      <a:pPr>
                        <a:lnSpc>
                          <a:spcPct val="100000"/>
                        </a:lnSpc>
                      </a:pPr>
                      <a:r>
                        <a:rPr lang="en-US" sz="1200" b="0" dirty="0">
                          <a:solidFill>
                            <a:schemeClr val="tx1"/>
                          </a:solidFill>
                          <a:latin typeface="Century Gothic" panose="020B0502020202020204" pitchFamily="34" charset="0"/>
                        </a:rPr>
                        <a:t>Task 1 : </a:t>
                      </a:r>
                      <a:r>
                        <a:rPr lang="en-IN" sz="1200" dirty="0">
                          <a:solidFill>
                            <a:schemeClr val="tx1"/>
                          </a:solidFill>
                        </a:rPr>
                        <a:t>Initial Setup and Configuration</a:t>
                      </a:r>
                      <a:endParaRPr lang="en-US" sz="1200" b="0" dirty="0">
                        <a:solidFill>
                          <a:schemeClr val="tx1"/>
                        </a:solidFill>
                        <a:latin typeface="Century Gothic" panose="020B0502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65858687"/>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Century Gothic" panose="020B0502020202020204" pitchFamily="34" charset="0"/>
                        </a:rPr>
                        <a:t>Task 2 : </a:t>
                      </a:r>
                      <a:r>
                        <a:rPr lang="en-IN" sz="1200" dirty="0">
                          <a:solidFill>
                            <a:schemeClr val="tx1"/>
                          </a:solidFill>
                        </a:rPr>
                        <a:t>Core Functionality Implementation</a:t>
                      </a:r>
                      <a:endParaRPr lang="en-US" sz="1200" b="0" dirty="0">
                        <a:solidFill>
                          <a:schemeClr val="tx1"/>
                        </a:solidFill>
                        <a:latin typeface="Century Gothic" panose="020B0502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00816345"/>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Task 3 : UI/UX Design</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92502013"/>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Task 4 : Backend Development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99537522"/>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Task 5 : Frontend Development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9141191"/>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Task 6 :API Integration</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11561401"/>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Task 7 :Testing and Debugging</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94209273"/>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Task 8 : Deployment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0668724"/>
                  </a:ext>
                </a:extLst>
              </a:tr>
              <a:tr h="46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Task 9: Documentation and Feedback</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9392616"/>
                  </a:ext>
                </a:extLst>
              </a:tr>
            </a:tbl>
          </a:graphicData>
        </a:graphic>
      </p:graphicFrame>
      <p:sp>
        <p:nvSpPr>
          <p:cNvPr id="5" name="Rectangle 4">
            <a:extLst>
              <a:ext uri="{FF2B5EF4-FFF2-40B4-BE49-F238E27FC236}">
                <a16:creationId xmlns:a16="http://schemas.microsoft.com/office/drawing/2014/main" id="{CDADEC37-AD62-194B-8324-91DAEC6F3A34}"/>
              </a:ext>
            </a:extLst>
          </p:cNvPr>
          <p:cNvSpPr/>
          <p:nvPr/>
        </p:nvSpPr>
        <p:spPr>
          <a:xfrm>
            <a:off x="3823136" y="1839236"/>
            <a:ext cx="2505084" cy="4059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31/01 – 08/02</a:t>
            </a:r>
          </a:p>
        </p:txBody>
      </p:sp>
      <p:sp>
        <p:nvSpPr>
          <p:cNvPr id="6" name="Rectangle 5">
            <a:extLst>
              <a:ext uri="{FF2B5EF4-FFF2-40B4-BE49-F238E27FC236}">
                <a16:creationId xmlns:a16="http://schemas.microsoft.com/office/drawing/2014/main" id="{45120421-B160-AC44-999E-CFB0721F467F}"/>
              </a:ext>
            </a:extLst>
          </p:cNvPr>
          <p:cNvSpPr/>
          <p:nvPr/>
        </p:nvSpPr>
        <p:spPr>
          <a:xfrm>
            <a:off x="6328219" y="2324597"/>
            <a:ext cx="934363" cy="40597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09/02-17/02</a:t>
            </a:r>
          </a:p>
        </p:txBody>
      </p:sp>
      <p:sp>
        <p:nvSpPr>
          <p:cNvPr id="12" name="Rectangle 11">
            <a:extLst>
              <a:ext uri="{FF2B5EF4-FFF2-40B4-BE49-F238E27FC236}">
                <a16:creationId xmlns:a16="http://schemas.microsoft.com/office/drawing/2014/main" id="{4DA04FFA-D9F8-5249-A153-D5EAF58B72FE}"/>
              </a:ext>
            </a:extLst>
          </p:cNvPr>
          <p:cNvSpPr/>
          <p:nvPr/>
        </p:nvSpPr>
        <p:spPr>
          <a:xfrm>
            <a:off x="6949353" y="2814824"/>
            <a:ext cx="1008681" cy="3657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18/02 – 26/02</a:t>
            </a:r>
          </a:p>
        </p:txBody>
      </p:sp>
      <p:sp>
        <p:nvSpPr>
          <p:cNvPr id="42" name="Rectangle 41">
            <a:extLst>
              <a:ext uri="{FF2B5EF4-FFF2-40B4-BE49-F238E27FC236}">
                <a16:creationId xmlns:a16="http://schemas.microsoft.com/office/drawing/2014/main" id="{238344CB-F85E-EE49-8F53-13D357BD1514}"/>
              </a:ext>
            </a:extLst>
          </p:cNvPr>
          <p:cNvSpPr/>
          <p:nvPr/>
        </p:nvSpPr>
        <p:spPr>
          <a:xfrm>
            <a:off x="7593264" y="3259971"/>
            <a:ext cx="1265045" cy="36214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27/02 – 14/03</a:t>
            </a:r>
          </a:p>
        </p:txBody>
      </p:sp>
      <p:sp>
        <p:nvSpPr>
          <p:cNvPr id="43" name="Rectangle 42">
            <a:extLst>
              <a:ext uri="{FF2B5EF4-FFF2-40B4-BE49-F238E27FC236}">
                <a16:creationId xmlns:a16="http://schemas.microsoft.com/office/drawing/2014/main" id="{BDF46762-DE84-6D48-99D5-CB3DE0793AB2}"/>
              </a:ext>
            </a:extLst>
          </p:cNvPr>
          <p:cNvSpPr/>
          <p:nvPr/>
        </p:nvSpPr>
        <p:spPr>
          <a:xfrm>
            <a:off x="8401539" y="3740529"/>
            <a:ext cx="1037888" cy="39065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15/03 – 22/03</a:t>
            </a:r>
          </a:p>
        </p:txBody>
      </p:sp>
      <p:sp>
        <p:nvSpPr>
          <p:cNvPr id="44" name="Rectangle 43">
            <a:extLst>
              <a:ext uri="{FF2B5EF4-FFF2-40B4-BE49-F238E27FC236}">
                <a16:creationId xmlns:a16="http://schemas.microsoft.com/office/drawing/2014/main" id="{BC327E30-6FC2-774C-84E7-84122B7DDF00}"/>
              </a:ext>
            </a:extLst>
          </p:cNvPr>
          <p:cNvSpPr/>
          <p:nvPr/>
        </p:nvSpPr>
        <p:spPr>
          <a:xfrm>
            <a:off x="8806904" y="4199005"/>
            <a:ext cx="1674366" cy="37983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23/03 – 07/04</a:t>
            </a:r>
          </a:p>
        </p:txBody>
      </p:sp>
      <p:sp>
        <p:nvSpPr>
          <p:cNvPr id="45" name="Rectangle 44">
            <a:extLst>
              <a:ext uri="{FF2B5EF4-FFF2-40B4-BE49-F238E27FC236}">
                <a16:creationId xmlns:a16="http://schemas.microsoft.com/office/drawing/2014/main" id="{C6B6796C-A823-9B45-9C7B-E649DE201818}"/>
              </a:ext>
            </a:extLst>
          </p:cNvPr>
          <p:cNvSpPr/>
          <p:nvPr/>
        </p:nvSpPr>
        <p:spPr>
          <a:xfrm>
            <a:off x="10289246" y="4660200"/>
            <a:ext cx="1152144" cy="37983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08/04 – 15/04</a:t>
            </a:r>
          </a:p>
        </p:txBody>
      </p:sp>
      <p:sp>
        <p:nvSpPr>
          <p:cNvPr id="46" name="Rectangle 45">
            <a:extLst>
              <a:ext uri="{FF2B5EF4-FFF2-40B4-BE49-F238E27FC236}">
                <a16:creationId xmlns:a16="http://schemas.microsoft.com/office/drawing/2014/main" id="{3B60B896-37F2-1C41-A35B-FD3D0B568849}"/>
              </a:ext>
            </a:extLst>
          </p:cNvPr>
          <p:cNvSpPr/>
          <p:nvPr/>
        </p:nvSpPr>
        <p:spPr>
          <a:xfrm>
            <a:off x="10784996" y="5121396"/>
            <a:ext cx="1140154" cy="36576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15/04 – 23/04</a:t>
            </a:r>
          </a:p>
        </p:txBody>
      </p:sp>
      <p:sp>
        <p:nvSpPr>
          <p:cNvPr id="54" name="Rectangle 53">
            <a:extLst>
              <a:ext uri="{FF2B5EF4-FFF2-40B4-BE49-F238E27FC236}">
                <a16:creationId xmlns:a16="http://schemas.microsoft.com/office/drawing/2014/main" id="{C8FAABF7-CF44-A847-B0BC-190595132FDE}"/>
              </a:ext>
            </a:extLst>
          </p:cNvPr>
          <p:cNvSpPr/>
          <p:nvPr/>
        </p:nvSpPr>
        <p:spPr>
          <a:xfrm>
            <a:off x="11322518" y="5628662"/>
            <a:ext cx="638636" cy="39181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23/04 – 04/05</a:t>
            </a:r>
          </a:p>
        </p:txBody>
      </p:sp>
      <p:sp>
        <p:nvSpPr>
          <p:cNvPr id="72" name="Rectangle 71">
            <a:extLst>
              <a:ext uri="{FF2B5EF4-FFF2-40B4-BE49-F238E27FC236}">
                <a16:creationId xmlns:a16="http://schemas.microsoft.com/office/drawing/2014/main" id="{FD5755D5-4DA7-844D-A71D-BC507D72C599}"/>
              </a:ext>
            </a:extLst>
          </p:cNvPr>
          <p:cNvSpPr/>
          <p:nvPr/>
        </p:nvSpPr>
        <p:spPr>
          <a:xfrm>
            <a:off x="7740756" y="2489832"/>
            <a:ext cx="2924101" cy="300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4" name="Rectangle 3">
            <a:extLst>
              <a:ext uri="{FF2B5EF4-FFF2-40B4-BE49-F238E27FC236}">
                <a16:creationId xmlns:a16="http://schemas.microsoft.com/office/drawing/2014/main" id="{277D52B9-9A15-60A7-76C6-17FC5989E70A}"/>
              </a:ext>
            </a:extLst>
          </p:cNvPr>
          <p:cNvSpPr/>
          <p:nvPr/>
        </p:nvSpPr>
        <p:spPr>
          <a:xfrm>
            <a:off x="-4906" y="0"/>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00" cap="none" spc="0" normalizeH="0" baseline="0" noProof="0" dirty="0">
                <a:ln>
                  <a:noFill/>
                </a:ln>
                <a:solidFill>
                  <a:prstClr val="white"/>
                </a:solidFill>
                <a:effectLst/>
                <a:uLnTx/>
                <a:uFillTx/>
                <a:latin typeface="Courier" pitchFamily="2" charset="0"/>
                <a:ea typeface="Calibri" panose="020F0502020204030204" pitchFamily="34" charset="0"/>
                <a:cs typeface="Times New Roman" panose="02020603050405020304" pitchFamily="18" charset="0"/>
              </a:rPr>
              <a:t>timeline</a:t>
            </a:r>
          </a:p>
        </p:txBody>
      </p:sp>
    </p:spTree>
    <p:extLst>
      <p:ext uri="{BB962C8B-B14F-4D97-AF65-F5344CB8AC3E}">
        <p14:creationId xmlns:p14="http://schemas.microsoft.com/office/powerpoint/2010/main" val="1036723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7757D"/>
        </a:solidFill>
        <a:effectLst/>
      </p:bgPr>
    </p:bg>
    <p:spTree>
      <p:nvGrpSpPr>
        <p:cNvPr id="1" name="">
          <a:extLst>
            <a:ext uri="{FF2B5EF4-FFF2-40B4-BE49-F238E27FC236}">
              <a16:creationId xmlns:a16="http://schemas.microsoft.com/office/drawing/2014/main" id="{09974A29-DA3F-ADF7-C4CA-BE27632B6A3F}"/>
            </a:ext>
          </a:extLst>
        </p:cNvPr>
        <p:cNvGrpSpPr/>
        <p:nvPr/>
      </p:nvGrpSpPr>
      <p:grpSpPr>
        <a:xfrm>
          <a:off x="0" y="0"/>
          <a:ext cx="0" cy="0"/>
          <a:chOff x="0" y="0"/>
          <a:chExt cx="0" cy="0"/>
        </a:xfrm>
      </p:grpSpPr>
      <p:pic>
        <p:nvPicPr>
          <p:cNvPr id="15" name="Picture 14" descr="Balls connected with crossed wires">
            <a:extLst>
              <a:ext uri="{FF2B5EF4-FFF2-40B4-BE49-F238E27FC236}">
                <a16:creationId xmlns:a16="http://schemas.microsoft.com/office/drawing/2014/main" id="{04E1C27C-3DD4-A02B-F6BE-80C85107C08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16200000">
            <a:off x="5976727" y="652671"/>
            <a:ext cx="6858002" cy="5552656"/>
          </a:xfrm>
          <a:prstGeom prst="rect">
            <a:avLst/>
          </a:prstGeom>
        </p:spPr>
      </p:pic>
      <p:grpSp>
        <p:nvGrpSpPr>
          <p:cNvPr id="236" name="Group 235">
            <a:extLst>
              <a:ext uri="{FF2B5EF4-FFF2-40B4-BE49-F238E27FC236}">
                <a16:creationId xmlns:a16="http://schemas.microsoft.com/office/drawing/2014/main" id="{7C6199C0-7350-333A-C329-96D92E03778F}"/>
              </a:ext>
            </a:extLst>
          </p:cNvPr>
          <p:cNvGrpSpPr/>
          <p:nvPr/>
        </p:nvGrpSpPr>
        <p:grpSpPr>
          <a:xfrm>
            <a:off x="10319546" y="61137"/>
            <a:ext cx="1813078" cy="1709844"/>
            <a:chOff x="4301836" y="1542184"/>
            <a:chExt cx="4242954" cy="4001365"/>
          </a:xfrm>
          <a:solidFill>
            <a:srgbClr val="E7E9DE"/>
          </a:solidFill>
        </p:grpSpPr>
        <p:sp>
          <p:nvSpPr>
            <p:cNvPr id="237" name="Freeform 236">
              <a:extLst>
                <a:ext uri="{FF2B5EF4-FFF2-40B4-BE49-F238E27FC236}">
                  <a16:creationId xmlns:a16="http://schemas.microsoft.com/office/drawing/2014/main" id="{6AE6B3D4-C009-49A4-6ADE-ADDD7A6E4E75}"/>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8" name="Freeform 237">
              <a:extLst>
                <a:ext uri="{FF2B5EF4-FFF2-40B4-BE49-F238E27FC236}">
                  <a16:creationId xmlns:a16="http://schemas.microsoft.com/office/drawing/2014/main" id="{95AB0906-8471-BA97-EF9C-DA0F17D5CFE0}"/>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9" name="Freeform 238">
              <a:extLst>
                <a:ext uri="{FF2B5EF4-FFF2-40B4-BE49-F238E27FC236}">
                  <a16:creationId xmlns:a16="http://schemas.microsoft.com/office/drawing/2014/main" id="{B49306A8-4479-9AB5-6C75-1038C3585B8E}"/>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0" name="Freeform 239">
              <a:extLst>
                <a:ext uri="{FF2B5EF4-FFF2-40B4-BE49-F238E27FC236}">
                  <a16:creationId xmlns:a16="http://schemas.microsoft.com/office/drawing/2014/main" id="{4B6BC0C4-FCFE-687D-3A5D-FB99EC41563E}"/>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1" name="Freeform 240">
              <a:extLst>
                <a:ext uri="{FF2B5EF4-FFF2-40B4-BE49-F238E27FC236}">
                  <a16:creationId xmlns:a16="http://schemas.microsoft.com/office/drawing/2014/main" id="{13E67BAC-8416-CF20-B1B5-8C639B064156}"/>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2" name="Freeform 241">
              <a:extLst>
                <a:ext uri="{FF2B5EF4-FFF2-40B4-BE49-F238E27FC236}">
                  <a16:creationId xmlns:a16="http://schemas.microsoft.com/office/drawing/2014/main" id="{17BF4969-44F3-A5F2-52D5-266BFCFF0AC4}"/>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3" name="Freeform 242">
              <a:extLst>
                <a:ext uri="{FF2B5EF4-FFF2-40B4-BE49-F238E27FC236}">
                  <a16:creationId xmlns:a16="http://schemas.microsoft.com/office/drawing/2014/main" id="{16B4015C-0B9F-202F-5B3F-856A66DA4EBA}"/>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4" name="Freeform 243">
              <a:extLst>
                <a:ext uri="{FF2B5EF4-FFF2-40B4-BE49-F238E27FC236}">
                  <a16:creationId xmlns:a16="http://schemas.microsoft.com/office/drawing/2014/main" id="{8EA1446B-8C29-AD81-B351-11CE934AF5C9}"/>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5" name="Freeform 244">
              <a:extLst>
                <a:ext uri="{FF2B5EF4-FFF2-40B4-BE49-F238E27FC236}">
                  <a16:creationId xmlns:a16="http://schemas.microsoft.com/office/drawing/2014/main" id="{EDE11EA4-9690-34CC-8703-ACC73116E1C1}"/>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6" name="Freeform 245">
              <a:extLst>
                <a:ext uri="{FF2B5EF4-FFF2-40B4-BE49-F238E27FC236}">
                  <a16:creationId xmlns:a16="http://schemas.microsoft.com/office/drawing/2014/main" id="{1EF9F05A-30BD-AFFC-F26A-1745968E9711}"/>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7" name="Freeform 246">
              <a:extLst>
                <a:ext uri="{FF2B5EF4-FFF2-40B4-BE49-F238E27FC236}">
                  <a16:creationId xmlns:a16="http://schemas.microsoft.com/office/drawing/2014/main" id="{60CD5D1A-84F9-148B-FE6F-5EE8C543D2F2}"/>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8" name="Freeform 247">
              <a:extLst>
                <a:ext uri="{FF2B5EF4-FFF2-40B4-BE49-F238E27FC236}">
                  <a16:creationId xmlns:a16="http://schemas.microsoft.com/office/drawing/2014/main" id="{E17AAAAF-211A-629C-75E3-4CB110A9F18E}"/>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9" name="Freeform 248">
              <a:extLst>
                <a:ext uri="{FF2B5EF4-FFF2-40B4-BE49-F238E27FC236}">
                  <a16:creationId xmlns:a16="http://schemas.microsoft.com/office/drawing/2014/main" id="{BF112B28-56C4-A92B-AA7A-6B583487AD09}"/>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0" name="Freeform 249">
              <a:extLst>
                <a:ext uri="{FF2B5EF4-FFF2-40B4-BE49-F238E27FC236}">
                  <a16:creationId xmlns:a16="http://schemas.microsoft.com/office/drawing/2014/main" id="{CA4899DA-2492-349A-5C54-53C0F450F861}"/>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1" name="Freeform 250">
              <a:extLst>
                <a:ext uri="{FF2B5EF4-FFF2-40B4-BE49-F238E27FC236}">
                  <a16:creationId xmlns:a16="http://schemas.microsoft.com/office/drawing/2014/main" id="{94C37C1F-5C42-9254-9D8C-0FB8D5801238}"/>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2" name="Freeform 251">
              <a:extLst>
                <a:ext uri="{FF2B5EF4-FFF2-40B4-BE49-F238E27FC236}">
                  <a16:creationId xmlns:a16="http://schemas.microsoft.com/office/drawing/2014/main" id="{FD05550B-67F0-7684-5725-0E9CF14FAC8C}"/>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3" name="Freeform 252">
              <a:extLst>
                <a:ext uri="{FF2B5EF4-FFF2-40B4-BE49-F238E27FC236}">
                  <a16:creationId xmlns:a16="http://schemas.microsoft.com/office/drawing/2014/main" id="{DBC29A3F-1B7D-0869-0034-3F20D24D30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4" name="Freeform 253">
              <a:extLst>
                <a:ext uri="{FF2B5EF4-FFF2-40B4-BE49-F238E27FC236}">
                  <a16:creationId xmlns:a16="http://schemas.microsoft.com/office/drawing/2014/main" id="{9E8CDFD3-F631-0BCB-8C39-C1070B5868AC}"/>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5" name="Freeform 254">
              <a:extLst>
                <a:ext uri="{FF2B5EF4-FFF2-40B4-BE49-F238E27FC236}">
                  <a16:creationId xmlns:a16="http://schemas.microsoft.com/office/drawing/2014/main" id="{F7ADDCBA-80DA-4A90-F66B-FE4017CED351}"/>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6" name="Freeform 255">
              <a:extLst>
                <a:ext uri="{FF2B5EF4-FFF2-40B4-BE49-F238E27FC236}">
                  <a16:creationId xmlns:a16="http://schemas.microsoft.com/office/drawing/2014/main" id="{3C5766E8-A61B-3338-6805-C395EAB0BC1C}"/>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7" name="Freeform 256">
              <a:extLst>
                <a:ext uri="{FF2B5EF4-FFF2-40B4-BE49-F238E27FC236}">
                  <a16:creationId xmlns:a16="http://schemas.microsoft.com/office/drawing/2014/main" id="{0B6D0AC4-B277-2EB7-40DB-486DE792B626}"/>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8" name="Freeform 257">
              <a:extLst>
                <a:ext uri="{FF2B5EF4-FFF2-40B4-BE49-F238E27FC236}">
                  <a16:creationId xmlns:a16="http://schemas.microsoft.com/office/drawing/2014/main" id="{60D88CF3-520E-A6F1-61ED-249EF8020408}"/>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9" name="Freeform 258">
              <a:extLst>
                <a:ext uri="{FF2B5EF4-FFF2-40B4-BE49-F238E27FC236}">
                  <a16:creationId xmlns:a16="http://schemas.microsoft.com/office/drawing/2014/main" id="{4657AEAA-1118-BB92-CED6-3CA305E86D0F}"/>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0" name="Freeform 259">
              <a:extLst>
                <a:ext uri="{FF2B5EF4-FFF2-40B4-BE49-F238E27FC236}">
                  <a16:creationId xmlns:a16="http://schemas.microsoft.com/office/drawing/2014/main" id="{C82A9C3C-C5C2-2532-606F-8EE0DBA2788C}"/>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1" name="Freeform 260">
              <a:extLst>
                <a:ext uri="{FF2B5EF4-FFF2-40B4-BE49-F238E27FC236}">
                  <a16:creationId xmlns:a16="http://schemas.microsoft.com/office/drawing/2014/main" id="{31060DBE-04B2-4FEC-0979-A377D9589C2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2" name="Freeform 261">
              <a:extLst>
                <a:ext uri="{FF2B5EF4-FFF2-40B4-BE49-F238E27FC236}">
                  <a16:creationId xmlns:a16="http://schemas.microsoft.com/office/drawing/2014/main" id="{DD4A6781-0EF9-7938-D753-BB8EE4F8A862}"/>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3" name="Freeform 262">
              <a:extLst>
                <a:ext uri="{FF2B5EF4-FFF2-40B4-BE49-F238E27FC236}">
                  <a16:creationId xmlns:a16="http://schemas.microsoft.com/office/drawing/2014/main" id="{13DA7BBE-2BFE-3BAD-04A1-FE2D0B644933}"/>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4" name="Freeform 263">
              <a:extLst>
                <a:ext uri="{FF2B5EF4-FFF2-40B4-BE49-F238E27FC236}">
                  <a16:creationId xmlns:a16="http://schemas.microsoft.com/office/drawing/2014/main" id="{A44786BD-BCEC-17AD-31EE-4AABB6325F29}"/>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5" name="Freeform 264">
              <a:extLst>
                <a:ext uri="{FF2B5EF4-FFF2-40B4-BE49-F238E27FC236}">
                  <a16:creationId xmlns:a16="http://schemas.microsoft.com/office/drawing/2014/main" id="{62B78DD8-E84D-20D5-E19C-061974FC1E45}"/>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6" name="Freeform 265">
              <a:extLst>
                <a:ext uri="{FF2B5EF4-FFF2-40B4-BE49-F238E27FC236}">
                  <a16:creationId xmlns:a16="http://schemas.microsoft.com/office/drawing/2014/main" id="{9BC96E19-0F40-F6B3-B394-D5F160719FAC}"/>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7" name="Freeform 266">
              <a:extLst>
                <a:ext uri="{FF2B5EF4-FFF2-40B4-BE49-F238E27FC236}">
                  <a16:creationId xmlns:a16="http://schemas.microsoft.com/office/drawing/2014/main" id="{29BEECD7-44B3-7381-A0B6-A449529903A5}"/>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8" name="Freeform 267">
              <a:extLst>
                <a:ext uri="{FF2B5EF4-FFF2-40B4-BE49-F238E27FC236}">
                  <a16:creationId xmlns:a16="http://schemas.microsoft.com/office/drawing/2014/main" id="{08FD7F62-05E2-FD12-8644-6A6729944868}"/>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9" name="Freeform 268">
              <a:extLst>
                <a:ext uri="{FF2B5EF4-FFF2-40B4-BE49-F238E27FC236}">
                  <a16:creationId xmlns:a16="http://schemas.microsoft.com/office/drawing/2014/main" id="{53E3710D-6205-54CC-07D6-B2C1FFF4734B}"/>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0" name="Freeform 269">
              <a:extLst>
                <a:ext uri="{FF2B5EF4-FFF2-40B4-BE49-F238E27FC236}">
                  <a16:creationId xmlns:a16="http://schemas.microsoft.com/office/drawing/2014/main" id="{1B80C728-89C9-0C46-B2B9-323D125B67B9}"/>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1" name="Freeform 270">
              <a:extLst>
                <a:ext uri="{FF2B5EF4-FFF2-40B4-BE49-F238E27FC236}">
                  <a16:creationId xmlns:a16="http://schemas.microsoft.com/office/drawing/2014/main" id="{9EE07371-7D0E-E5D5-5778-C76372D5F74C}"/>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2" name="Freeform 271">
              <a:extLst>
                <a:ext uri="{FF2B5EF4-FFF2-40B4-BE49-F238E27FC236}">
                  <a16:creationId xmlns:a16="http://schemas.microsoft.com/office/drawing/2014/main" id="{DDBC68D5-AD9E-7E5E-CA95-629616B7B4C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3" name="Freeform 272">
              <a:extLst>
                <a:ext uri="{FF2B5EF4-FFF2-40B4-BE49-F238E27FC236}">
                  <a16:creationId xmlns:a16="http://schemas.microsoft.com/office/drawing/2014/main" id="{79ADA5C0-6F33-3F19-400F-96CBB076BF12}"/>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4" name="Freeform 273">
              <a:extLst>
                <a:ext uri="{FF2B5EF4-FFF2-40B4-BE49-F238E27FC236}">
                  <a16:creationId xmlns:a16="http://schemas.microsoft.com/office/drawing/2014/main" id="{77BA186C-A6A5-9471-1651-35AB949BE0DF}"/>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5" name="Freeform 274">
              <a:extLst>
                <a:ext uri="{FF2B5EF4-FFF2-40B4-BE49-F238E27FC236}">
                  <a16:creationId xmlns:a16="http://schemas.microsoft.com/office/drawing/2014/main" id="{D9E36621-8B6D-9E89-F7A9-A09DBFDDBF66}"/>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6" name="Freeform 275">
              <a:extLst>
                <a:ext uri="{FF2B5EF4-FFF2-40B4-BE49-F238E27FC236}">
                  <a16:creationId xmlns:a16="http://schemas.microsoft.com/office/drawing/2014/main" id="{4591CEC4-43B1-52F0-EDBE-A9EF06D08F2E}"/>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7" name="Freeform 276">
              <a:extLst>
                <a:ext uri="{FF2B5EF4-FFF2-40B4-BE49-F238E27FC236}">
                  <a16:creationId xmlns:a16="http://schemas.microsoft.com/office/drawing/2014/main" id="{49056893-5507-9F1E-36FF-EDB5DF28CC65}"/>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8" name="Freeform 277">
              <a:extLst>
                <a:ext uri="{FF2B5EF4-FFF2-40B4-BE49-F238E27FC236}">
                  <a16:creationId xmlns:a16="http://schemas.microsoft.com/office/drawing/2014/main" id="{3889EC38-886C-C7D3-0CC6-7E5FD2611EF3}"/>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9" name="Freeform 278">
              <a:extLst>
                <a:ext uri="{FF2B5EF4-FFF2-40B4-BE49-F238E27FC236}">
                  <a16:creationId xmlns:a16="http://schemas.microsoft.com/office/drawing/2014/main" id="{97A53E23-78ED-8E56-3323-AEE813FF3539}"/>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0" name="Freeform 279">
              <a:extLst>
                <a:ext uri="{FF2B5EF4-FFF2-40B4-BE49-F238E27FC236}">
                  <a16:creationId xmlns:a16="http://schemas.microsoft.com/office/drawing/2014/main" id="{21C8D3A8-87CF-9E20-2F4D-7A318D724E74}"/>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1" name="Freeform 280">
              <a:extLst>
                <a:ext uri="{FF2B5EF4-FFF2-40B4-BE49-F238E27FC236}">
                  <a16:creationId xmlns:a16="http://schemas.microsoft.com/office/drawing/2014/main" id="{9DA6824A-E0EE-820C-0CD5-A609F2C5633B}"/>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2" name="Freeform 281">
              <a:extLst>
                <a:ext uri="{FF2B5EF4-FFF2-40B4-BE49-F238E27FC236}">
                  <a16:creationId xmlns:a16="http://schemas.microsoft.com/office/drawing/2014/main" id="{EA7E7EA4-C06C-3D33-8212-46640F622152}"/>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3" name="Freeform 282">
              <a:extLst>
                <a:ext uri="{FF2B5EF4-FFF2-40B4-BE49-F238E27FC236}">
                  <a16:creationId xmlns:a16="http://schemas.microsoft.com/office/drawing/2014/main" id="{76146377-2EF6-EB93-C2C5-124C83647BA4}"/>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4" name="Freeform 283">
              <a:extLst>
                <a:ext uri="{FF2B5EF4-FFF2-40B4-BE49-F238E27FC236}">
                  <a16:creationId xmlns:a16="http://schemas.microsoft.com/office/drawing/2014/main" id="{54FAEB72-C74D-353E-0071-47121E68A79B}"/>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5" name="Freeform 284">
              <a:extLst>
                <a:ext uri="{FF2B5EF4-FFF2-40B4-BE49-F238E27FC236}">
                  <a16:creationId xmlns:a16="http://schemas.microsoft.com/office/drawing/2014/main" id="{B483B63E-13E7-22C8-99D5-452884AA5907}"/>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6" name="Freeform 285">
              <a:extLst>
                <a:ext uri="{FF2B5EF4-FFF2-40B4-BE49-F238E27FC236}">
                  <a16:creationId xmlns:a16="http://schemas.microsoft.com/office/drawing/2014/main" id="{E606449C-50A1-2F88-BDAC-E9098CFD5D88}"/>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7" name="Freeform 286">
              <a:extLst>
                <a:ext uri="{FF2B5EF4-FFF2-40B4-BE49-F238E27FC236}">
                  <a16:creationId xmlns:a16="http://schemas.microsoft.com/office/drawing/2014/main" id="{0218FB12-7F3F-49C4-E789-B00E0D297524}"/>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8" name="Freeform 287">
              <a:extLst>
                <a:ext uri="{FF2B5EF4-FFF2-40B4-BE49-F238E27FC236}">
                  <a16:creationId xmlns:a16="http://schemas.microsoft.com/office/drawing/2014/main" id="{D22921BC-8D71-AC91-F7C4-CEAB4C422D10}"/>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9" name="Freeform 288">
              <a:extLst>
                <a:ext uri="{FF2B5EF4-FFF2-40B4-BE49-F238E27FC236}">
                  <a16:creationId xmlns:a16="http://schemas.microsoft.com/office/drawing/2014/main" id="{B9D9EF7B-83DA-C177-C477-B64036BF05F1}"/>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0" name="Freeform 289">
              <a:extLst>
                <a:ext uri="{FF2B5EF4-FFF2-40B4-BE49-F238E27FC236}">
                  <a16:creationId xmlns:a16="http://schemas.microsoft.com/office/drawing/2014/main" id="{5C631F2F-3F0B-A175-1C87-1D75B94293E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1" name="Freeform 290">
              <a:extLst>
                <a:ext uri="{FF2B5EF4-FFF2-40B4-BE49-F238E27FC236}">
                  <a16:creationId xmlns:a16="http://schemas.microsoft.com/office/drawing/2014/main" id="{28686EC7-70F1-2624-D40D-34119C11B7F0}"/>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2" name="Freeform 291">
              <a:extLst>
                <a:ext uri="{FF2B5EF4-FFF2-40B4-BE49-F238E27FC236}">
                  <a16:creationId xmlns:a16="http://schemas.microsoft.com/office/drawing/2014/main" id="{48DB1D36-94C7-A8CF-3481-F036BFB99DE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3" name="Freeform 292">
              <a:extLst>
                <a:ext uri="{FF2B5EF4-FFF2-40B4-BE49-F238E27FC236}">
                  <a16:creationId xmlns:a16="http://schemas.microsoft.com/office/drawing/2014/main" id="{97E016A8-5DEB-9A9C-3C4A-2D9BE7C72B0F}"/>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4" name="Freeform 293">
              <a:extLst>
                <a:ext uri="{FF2B5EF4-FFF2-40B4-BE49-F238E27FC236}">
                  <a16:creationId xmlns:a16="http://schemas.microsoft.com/office/drawing/2014/main" id="{6A508B83-E98A-7854-9745-89A39F3370D6}"/>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5" name="Freeform 294">
              <a:extLst>
                <a:ext uri="{FF2B5EF4-FFF2-40B4-BE49-F238E27FC236}">
                  <a16:creationId xmlns:a16="http://schemas.microsoft.com/office/drawing/2014/main" id="{6F44BB54-F677-6359-4739-E334EDF5381C}"/>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6" name="Freeform 295">
              <a:extLst>
                <a:ext uri="{FF2B5EF4-FFF2-40B4-BE49-F238E27FC236}">
                  <a16:creationId xmlns:a16="http://schemas.microsoft.com/office/drawing/2014/main" id="{78540717-337D-61BB-8466-0D4C333EB0C4}"/>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7" name="Freeform 296">
              <a:extLst>
                <a:ext uri="{FF2B5EF4-FFF2-40B4-BE49-F238E27FC236}">
                  <a16:creationId xmlns:a16="http://schemas.microsoft.com/office/drawing/2014/main" id="{D67D2DFC-B9C9-5C49-7804-E009BFC2FA06}"/>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8" name="Freeform 297">
              <a:extLst>
                <a:ext uri="{FF2B5EF4-FFF2-40B4-BE49-F238E27FC236}">
                  <a16:creationId xmlns:a16="http://schemas.microsoft.com/office/drawing/2014/main" id="{769BDAAD-C259-9AED-C872-BDE537937A19}"/>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9" name="Freeform 298">
              <a:extLst>
                <a:ext uri="{FF2B5EF4-FFF2-40B4-BE49-F238E27FC236}">
                  <a16:creationId xmlns:a16="http://schemas.microsoft.com/office/drawing/2014/main" id="{92391B1C-4229-A044-CFE0-49B63286BFF2}"/>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Freeform 299">
              <a:extLst>
                <a:ext uri="{FF2B5EF4-FFF2-40B4-BE49-F238E27FC236}">
                  <a16:creationId xmlns:a16="http://schemas.microsoft.com/office/drawing/2014/main" id="{8CD3E019-DF97-BC1D-86DE-2BC79EBE2A76}"/>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Freeform 300">
              <a:extLst>
                <a:ext uri="{FF2B5EF4-FFF2-40B4-BE49-F238E27FC236}">
                  <a16:creationId xmlns:a16="http://schemas.microsoft.com/office/drawing/2014/main" id="{1B782E61-D97C-FB64-1053-964AF3CE92E1}"/>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Freeform 301">
              <a:extLst>
                <a:ext uri="{FF2B5EF4-FFF2-40B4-BE49-F238E27FC236}">
                  <a16:creationId xmlns:a16="http://schemas.microsoft.com/office/drawing/2014/main" id="{7052B387-D0A8-C89A-C8DE-567BB2F9FF59}"/>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3" name="Freeform 302">
              <a:extLst>
                <a:ext uri="{FF2B5EF4-FFF2-40B4-BE49-F238E27FC236}">
                  <a16:creationId xmlns:a16="http://schemas.microsoft.com/office/drawing/2014/main" id="{A4216C73-A289-1637-DD78-E61AD2DF2835}"/>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4" name="Freeform 303">
              <a:extLst>
                <a:ext uri="{FF2B5EF4-FFF2-40B4-BE49-F238E27FC236}">
                  <a16:creationId xmlns:a16="http://schemas.microsoft.com/office/drawing/2014/main" id="{B25521A8-1A8F-8A9A-F131-7FD3D92FB4F3}"/>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5" name="Freeform 304">
              <a:extLst>
                <a:ext uri="{FF2B5EF4-FFF2-40B4-BE49-F238E27FC236}">
                  <a16:creationId xmlns:a16="http://schemas.microsoft.com/office/drawing/2014/main" id="{EEE57A03-E4D4-AA82-87D1-70C242A3B55D}"/>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6" name="Freeform 305">
              <a:extLst>
                <a:ext uri="{FF2B5EF4-FFF2-40B4-BE49-F238E27FC236}">
                  <a16:creationId xmlns:a16="http://schemas.microsoft.com/office/drawing/2014/main" id="{B1818AD8-2376-D8A3-2EFA-85781BEA7E16}"/>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7" name="Freeform 306">
              <a:extLst>
                <a:ext uri="{FF2B5EF4-FFF2-40B4-BE49-F238E27FC236}">
                  <a16:creationId xmlns:a16="http://schemas.microsoft.com/office/drawing/2014/main" id="{0CA9F585-005F-CACB-50C1-7DAC8757081C}"/>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8" name="Freeform 307">
              <a:extLst>
                <a:ext uri="{FF2B5EF4-FFF2-40B4-BE49-F238E27FC236}">
                  <a16:creationId xmlns:a16="http://schemas.microsoft.com/office/drawing/2014/main" id="{44B46989-79EA-97E5-4BAA-90DA36C3594B}"/>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9" name="Freeform 308">
              <a:extLst>
                <a:ext uri="{FF2B5EF4-FFF2-40B4-BE49-F238E27FC236}">
                  <a16:creationId xmlns:a16="http://schemas.microsoft.com/office/drawing/2014/main" id="{C630CF39-0DE6-9842-B871-FD54052E60CD}"/>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Freeform 309">
              <a:extLst>
                <a:ext uri="{FF2B5EF4-FFF2-40B4-BE49-F238E27FC236}">
                  <a16:creationId xmlns:a16="http://schemas.microsoft.com/office/drawing/2014/main" id="{AFD62814-8841-E61A-AE24-65F36B84D4ED}"/>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Freeform 310">
              <a:extLst>
                <a:ext uri="{FF2B5EF4-FFF2-40B4-BE49-F238E27FC236}">
                  <a16:creationId xmlns:a16="http://schemas.microsoft.com/office/drawing/2014/main" id="{DD4CD568-D3C0-16F3-3842-CB05C468FAD0}"/>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Freeform 311">
              <a:extLst>
                <a:ext uri="{FF2B5EF4-FFF2-40B4-BE49-F238E27FC236}">
                  <a16:creationId xmlns:a16="http://schemas.microsoft.com/office/drawing/2014/main" id="{301B1F92-DEE8-1144-5090-F827AF882C14}"/>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Freeform 312">
              <a:extLst>
                <a:ext uri="{FF2B5EF4-FFF2-40B4-BE49-F238E27FC236}">
                  <a16:creationId xmlns:a16="http://schemas.microsoft.com/office/drawing/2014/main" id="{CCBC098A-9926-29A9-0155-43F3A0C7B96A}"/>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4" name="Freeform 313">
              <a:extLst>
                <a:ext uri="{FF2B5EF4-FFF2-40B4-BE49-F238E27FC236}">
                  <a16:creationId xmlns:a16="http://schemas.microsoft.com/office/drawing/2014/main" id="{86AD9669-6A5A-2B79-F68A-DF2A5D5F7DDD}"/>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5" name="Freeform 314">
              <a:extLst>
                <a:ext uri="{FF2B5EF4-FFF2-40B4-BE49-F238E27FC236}">
                  <a16:creationId xmlns:a16="http://schemas.microsoft.com/office/drawing/2014/main" id="{50DCD269-3CC2-0B33-D624-AA49E1B165CA}"/>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6" name="Freeform 315">
              <a:extLst>
                <a:ext uri="{FF2B5EF4-FFF2-40B4-BE49-F238E27FC236}">
                  <a16:creationId xmlns:a16="http://schemas.microsoft.com/office/drawing/2014/main" id="{CF638A96-5C68-674A-1828-7EAE4EA5C0DE}"/>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7" name="Freeform 316">
              <a:extLst>
                <a:ext uri="{FF2B5EF4-FFF2-40B4-BE49-F238E27FC236}">
                  <a16:creationId xmlns:a16="http://schemas.microsoft.com/office/drawing/2014/main" id="{90CD1291-04E0-C091-8B8D-5E61351D9ED4}"/>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8" name="Freeform 317">
              <a:extLst>
                <a:ext uri="{FF2B5EF4-FFF2-40B4-BE49-F238E27FC236}">
                  <a16:creationId xmlns:a16="http://schemas.microsoft.com/office/drawing/2014/main" id="{25719CAE-FC69-D8A5-ABC3-62A84BFB0B48}"/>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9" name="Freeform 318">
              <a:extLst>
                <a:ext uri="{FF2B5EF4-FFF2-40B4-BE49-F238E27FC236}">
                  <a16:creationId xmlns:a16="http://schemas.microsoft.com/office/drawing/2014/main" id="{4DE0BF54-1825-37BA-87E3-0101C25239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Freeform 319">
              <a:extLst>
                <a:ext uri="{FF2B5EF4-FFF2-40B4-BE49-F238E27FC236}">
                  <a16:creationId xmlns:a16="http://schemas.microsoft.com/office/drawing/2014/main" id="{88004EFA-28A9-1447-718B-151867994D35}"/>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Freeform 320">
              <a:extLst>
                <a:ext uri="{FF2B5EF4-FFF2-40B4-BE49-F238E27FC236}">
                  <a16:creationId xmlns:a16="http://schemas.microsoft.com/office/drawing/2014/main" id="{CF0B76C2-20D6-31CF-93B2-53FCECF94DCA}"/>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Freeform 321">
              <a:extLst>
                <a:ext uri="{FF2B5EF4-FFF2-40B4-BE49-F238E27FC236}">
                  <a16:creationId xmlns:a16="http://schemas.microsoft.com/office/drawing/2014/main" id="{6F23D02B-D4E3-FF1B-B9C0-258DB69E0F3C}"/>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Freeform 322">
              <a:extLst>
                <a:ext uri="{FF2B5EF4-FFF2-40B4-BE49-F238E27FC236}">
                  <a16:creationId xmlns:a16="http://schemas.microsoft.com/office/drawing/2014/main" id="{3C76304B-81DE-EA8C-9E88-D652755679C4}"/>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4" name="Freeform 323">
              <a:extLst>
                <a:ext uri="{FF2B5EF4-FFF2-40B4-BE49-F238E27FC236}">
                  <a16:creationId xmlns:a16="http://schemas.microsoft.com/office/drawing/2014/main" id="{2C3ED704-1250-6D2D-660A-9EF150B41041}"/>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5" name="Freeform 324">
              <a:extLst>
                <a:ext uri="{FF2B5EF4-FFF2-40B4-BE49-F238E27FC236}">
                  <a16:creationId xmlns:a16="http://schemas.microsoft.com/office/drawing/2014/main" id="{7A6D5F7E-61A6-4E6E-666F-F4E8F7E40197}"/>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6" name="Freeform 325">
              <a:extLst>
                <a:ext uri="{FF2B5EF4-FFF2-40B4-BE49-F238E27FC236}">
                  <a16:creationId xmlns:a16="http://schemas.microsoft.com/office/drawing/2014/main" id="{1E5DC440-2299-6FDC-EBF9-1BE380620FD8}"/>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7" name="Freeform 326">
              <a:extLst>
                <a:ext uri="{FF2B5EF4-FFF2-40B4-BE49-F238E27FC236}">
                  <a16:creationId xmlns:a16="http://schemas.microsoft.com/office/drawing/2014/main" id="{69DFF316-7443-F539-1D4D-E71D07E20DE2}"/>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8" name="Freeform 327">
              <a:extLst>
                <a:ext uri="{FF2B5EF4-FFF2-40B4-BE49-F238E27FC236}">
                  <a16:creationId xmlns:a16="http://schemas.microsoft.com/office/drawing/2014/main" id="{BCE55FAF-D37C-53C7-BE7B-5E9269D5DA92}"/>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9" name="Freeform 328">
              <a:extLst>
                <a:ext uri="{FF2B5EF4-FFF2-40B4-BE49-F238E27FC236}">
                  <a16:creationId xmlns:a16="http://schemas.microsoft.com/office/drawing/2014/main" id="{7E0F5554-9E14-4264-6F0E-E2423FF070FA}"/>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Freeform 329">
              <a:extLst>
                <a:ext uri="{FF2B5EF4-FFF2-40B4-BE49-F238E27FC236}">
                  <a16:creationId xmlns:a16="http://schemas.microsoft.com/office/drawing/2014/main" id="{53C57555-D22B-544E-D8C3-032A37BD78E4}"/>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Freeform 330">
              <a:extLst>
                <a:ext uri="{FF2B5EF4-FFF2-40B4-BE49-F238E27FC236}">
                  <a16:creationId xmlns:a16="http://schemas.microsoft.com/office/drawing/2014/main" id="{8648EB53-8B17-F097-2E55-885D5B188CE8}"/>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Freeform 331">
              <a:extLst>
                <a:ext uri="{FF2B5EF4-FFF2-40B4-BE49-F238E27FC236}">
                  <a16:creationId xmlns:a16="http://schemas.microsoft.com/office/drawing/2014/main" id="{3151C22B-E0EF-ABF6-420A-77BF863B6A92}"/>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3" name="Freeform 332">
              <a:extLst>
                <a:ext uri="{FF2B5EF4-FFF2-40B4-BE49-F238E27FC236}">
                  <a16:creationId xmlns:a16="http://schemas.microsoft.com/office/drawing/2014/main" id="{85AE2CCF-4680-79B2-9151-CADFCC357A3C}"/>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4" name="Freeform 333">
              <a:extLst>
                <a:ext uri="{FF2B5EF4-FFF2-40B4-BE49-F238E27FC236}">
                  <a16:creationId xmlns:a16="http://schemas.microsoft.com/office/drawing/2014/main" id="{EEC7E60B-CF7A-ADA4-E868-38D54B107152}"/>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5" name="Freeform 334">
              <a:extLst>
                <a:ext uri="{FF2B5EF4-FFF2-40B4-BE49-F238E27FC236}">
                  <a16:creationId xmlns:a16="http://schemas.microsoft.com/office/drawing/2014/main" id="{8194A8EE-77CE-BD9C-4E65-F09C683F65BE}"/>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6" name="Freeform 335">
              <a:extLst>
                <a:ext uri="{FF2B5EF4-FFF2-40B4-BE49-F238E27FC236}">
                  <a16:creationId xmlns:a16="http://schemas.microsoft.com/office/drawing/2014/main" id="{43AAD094-BFBD-787D-9FC2-E48411799545}"/>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7" name="Freeform 336">
              <a:extLst>
                <a:ext uri="{FF2B5EF4-FFF2-40B4-BE49-F238E27FC236}">
                  <a16:creationId xmlns:a16="http://schemas.microsoft.com/office/drawing/2014/main" id="{AA4BEBFD-7552-CA4A-9652-A5417B0F6BB6}"/>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8" name="Freeform 337">
              <a:extLst>
                <a:ext uri="{FF2B5EF4-FFF2-40B4-BE49-F238E27FC236}">
                  <a16:creationId xmlns:a16="http://schemas.microsoft.com/office/drawing/2014/main" id="{40778DA1-1F9C-E62A-4B37-206A8F3E33EB}"/>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9" name="Freeform 338">
              <a:extLst>
                <a:ext uri="{FF2B5EF4-FFF2-40B4-BE49-F238E27FC236}">
                  <a16:creationId xmlns:a16="http://schemas.microsoft.com/office/drawing/2014/main" id="{AED662F1-39E6-9457-4888-F28B45E57C17}"/>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0" name="Freeform 339">
              <a:extLst>
                <a:ext uri="{FF2B5EF4-FFF2-40B4-BE49-F238E27FC236}">
                  <a16:creationId xmlns:a16="http://schemas.microsoft.com/office/drawing/2014/main" id="{2870CCF9-5BB8-44AB-DC41-6B1458F40E2E}"/>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1" name="Freeform 340">
              <a:extLst>
                <a:ext uri="{FF2B5EF4-FFF2-40B4-BE49-F238E27FC236}">
                  <a16:creationId xmlns:a16="http://schemas.microsoft.com/office/drawing/2014/main" id="{B3B05434-0097-1448-9E33-DB819E8B5393}"/>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2" name="Freeform 341">
              <a:extLst>
                <a:ext uri="{FF2B5EF4-FFF2-40B4-BE49-F238E27FC236}">
                  <a16:creationId xmlns:a16="http://schemas.microsoft.com/office/drawing/2014/main" id="{15139F59-BD9F-5001-7088-D1F497BE363F}"/>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3" name="Freeform 342">
              <a:extLst>
                <a:ext uri="{FF2B5EF4-FFF2-40B4-BE49-F238E27FC236}">
                  <a16:creationId xmlns:a16="http://schemas.microsoft.com/office/drawing/2014/main" id="{FA41D73C-C93A-A06F-66B2-AA1848AA931F}"/>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4" name="Freeform 343">
              <a:extLst>
                <a:ext uri="{FF2B5EF4-FFF2-40B4-BE49-F238E27FC236}">
                  <a16:creationId xmlns:a16="http://schemas.microsoft.com/office/drawing/2014/main" id="{2E4C336D-910A-FCCD-0588-0B71A3B14737}"/>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5" name="Freeform 344">
              <a:extLst>
                <a:ext uri="{FF2B5EF4-FFF2-40B4-BE49-F238E27FC236}">
                  <a16:creationId xmlns:a16="http://schemas.microsoft.com/office/drawing/2014/main" id="{103AC243-E9BE-1386-E0B1-F7FD8F618DA2}"/>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6" name="Freeform 345">
              <a:extLst>
                <a:ext uri="{FF2B5EF4-FFF2-40B4-BE49-F238E27FC236}">
                  <a16:creationId xmlns:a16="http://schemas.microsoft.com/office/drawing/2014/main" id="{D218F222-61AB-A672-C304-50E406055180}"/>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7" name="Freeform 346">
              <a:extLst>
                <a:ext uri="{FF2B5EF4-FFF2-40B4-BE49-F238E27FC236}">
                  <a16:creationId xmlns:a16="http://schemas.microsoft.com/office/drawing/2014/main" id="{CB7D46B1-E68B-7906-3EA5-C7052A5DEFDD}"/>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8" name="Freeform 347">
              <a:extLst>
                <a:ext uri="{FF2B5EF4-FFF2-40B4-BE49-F238E27FC236}">
                  <a16:creationId xmlns:a16="http://schemas.microsoft.com/office/drawing/2014/main" id="{9513D5A6-336E-9965-0482-02877A98F923}"/>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9" name="Freeform 348">
              <a:extLst>
                <a:ext uri="{FF2B5EF4-FFF2-40B4-BE49-F238E27FC236}">
                  <a16:creationId xmlns:a16="http://schemas.microsoft.com/office/drawing/2014/main" id="{B6E671F9-9FDD-36B2-E5ED-896544B87065}"/>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0" name="Freeform 349">
              <a:extLst>
                <a:ext uri="{FF2B5EF4-FFF2-40B4-BE49-F238E27FC236}">
                  <a16:creationId xmlns:a16="http://schemas.microsoft.com/office/drawing/2014/main" id="{81AB5E22-45A9-F597-0CA7-F6550C1DC6D4}"/>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1" name="Freeform 350">
              <a:extLst>
                <a:ext uri="{FF2B5EF4-FFF2-40B4-BE49-F238E27FC236}">
                  <a16:creationId xmlns:a16="http://schemas.microsoft.com/office/drawing/2014/main" id="{D00B5876-597C-E80C-F8E0-36B5E77A3507}"/>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2" name="Freeform 351">
              <a:extLst>
                <a:ext uri="{FF2B5EF4-FFF2-40B4-BE49-F238E27FC236}">
                  <a16:creationId xmlns:a16="http://schemas.microsoft.com/office/drawing/2014/main" id="{887E0B72-6B1B-249E-A1CB-99550A9D9D00}"/>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3" name="Freeform 352">
              <a:extLst>
                <a:ext uri="{FF2B5EF4-FFF2-40B4-BE49-F238E27FC236}">
                  <a16:creationId xmlns:a16="http://schemas.microsoft.com/office/drawing/2014/main" id="{91871F59-0E26-A018-81C1-786ED3BE5DF6}"/>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4" name="Freeform 353">
              <a:extLst>
                <a:ext uri="{FF2B5EF4-FFF2-40B4-BE49-F238E27FC236}">
                  <a16:creationId xmlns:a16="http://schemas.microsoft.com/office/drawing/2014/main" id="{1D920C36-F43E-BD69-BAFE-72A15243397E}"/>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5" name="Freeform 354">
              <a:extLst>
                <a:ext uri="{FF2B5EF4-FFF2-40B4-BE49-F238E27FC236}">
                  <a16:creationId xmlns:a16="http://schemas.microsoft.com/office/drawing/2014/main" id="{E9953019-BE7F-9AB4-C255-858A405EFAC4}"/>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6" name="Freeform 355">
              <a:extLst>
                <a:ext uri="{FF2B5EF4-FFF2-40B4-BE49-F238E27FC236}">
                  <a16:creationId xmlns:a16="http://schemas.microsoft.com/office/drawing/2014/main" id="{CEB9DDDB-121F-3015-C840-3448EAF3BD41}"/>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 name="Rectangle 53">
            <a:extLst>
              <a:ext uri="{FF2B5EF4-FFF2-40B4-BE49-F238E27FC236}">
                <a16:creationId xmlns:a16="http://schemas.microsoft.com/office/drawing/2014/main" id="{D4F3ED48-433C-07BE-F2F6-35F273EE2404}"/>
              </a:ext>
            </a:extLst>
          </p:cNvPr>
          <p:cNvSpPr/>
          <p:nvPr/>
        </p:nvSpPr>
        <p:spPr>
          <a:xfrm>
            <a:off x="-4906" y="0"/>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00" cap="none" spc="0" normalizeH="0" baseline="0" noProof="0" dirty="0">
                <a:ln>
                  <a:noFill/>
                </a:ln>
                <a:solidFill>
                  <a:prstClr val="white"/>
                </a:solidFill>
                <a:effectLst/>
                <a:uLnTx/>
                <a:uFillTx/>
                <a:latin typeface="Courier" pitchFamily="2" charset="0"/>
                <a:ea typeface="Calibri" panose="020F0502020204030204" pitchFamily="34" charset="0"/>
                <a:cs typeface="Times New Roman" panose="02020603050405020304" pitchFamily="18" charset="0"/>
              </a:rPr>
              <a:t>Conclusion</a:t>
            </a:r>
          </a:p>
        </p:txBody>
      </p:sp>
      <p:grpSp>
        <p:nvGrpSpPr>
          <p:cNvPr id="357" name="Group 356">
            <a:extLst>
              <a:ext uri="{FF2B5EF4-FFF2-40B4-BE49-F238E27FC236}">
                <a16:creationId xmlns:a16="http://schemas.microsoft.com/office/drawing/2014/main" id="{E083C1F7-EFFB-0E29-B5C2-D0B538E61414}"/>
              </a:ext>
            </a:extLst>
          </p:cNvPr>
          <p:cNvGrpSpPr/>
          <p:nvPr/>
        </p:nvGrpSpPr>
        <p:grpSpPr>
          <a:xfrm>
            <a:off x="8617842" y="6233640"/>
            <a:ext cx="3574157" cy="624362"/>
            <a:chOff x="8617842" y="6233640"/>
            <a:chExt cx="3574157" cy="624362"/>
          </a:xfrm>
        </p:grpSpPr>
        <p:sp>
          <p:nvSpPr>
            <p:cNvPr id="358" name="Rectangle 357">
              <a:extLst>
                <a:ext uri="{FF2B5EF4-FFF2-40B4-BE49-F238E27FC236}">
                  <a16:creationId xmlns:a16="http://schemas.microsoft.com/office/drawing/2014/main" id="{D5B91D9C-C33E-6CFC-26F6-1848577918E1}"/>
                </a:ext>
              </a:extLst>
            </p:cNvPr>
            <p:cNvSpPr/>
            <p:nvPr/>
          </p:nvSpPr>
          <p:spPr>
            <a:xfrm>
              <a:off x="8617842" y="6233640"/>
              <a:ext cx="3574157" cy="624362"/>
            </a:xfrm>
            <a:prstGeom prst="rect">
              <a:avLst/>
            </a:prstGeom>
            <a:solidFill>
              <a:srgbClr val="3C63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D7D31">
                    <a:lumMod val="75000"/>
                  </a:srgbClr>
                </a:solidFill>
                <a:effectLst/>
                <a:uLnTx/>
                <a:uFillTx/>
                <a:latin typeface="Calibri"/>
                <a:ea typeface="+mn-ea"/>
                <a:cs typeface="+mn-cs"/>
              </a:endParaRPr>
            </a:p>
          </p:txBody>
        </p:sp>
        <p:grpSp>
          <p:nvGrpSpPr>
            <p:cNvPr id="359" name="Group 358">
              <a:extLst>
                <a:ext uri="{FF2B5EF4-FFF2-40B4-BE49-F238E27FC236}">
                  <a16:creationId xmlns:a16="http://schemas.microsoft.com/office/drawing/2014/main" id="{9800130C-EF52-D8A4-6658-CA829A7EEF48}"/>
                </a:ext>
              </a:extLst>
            </p:cNvPr>
            <p:cNvGrpSpPr/>
            <p:nvPr/>
          </p:nvGrpSpPr>
          <p:grpSpPr>
            <a:xfrm>
              <a:off x="8797456" y="6360215"/>
              <a:ext cx="3287809" cy="395763"/>
              <a:chOff x="8927295" y="6375844"/>
              <a:chExt cx="3157970" cy="380134"/>
            </a:xfrm>
          </p:grpSpPr>
          <p:grpSp>
            <p:nvGrpSpPr>
              <p:cNvPr id="360" name="Group 359">
                <a:extLst>
                  <a:ext uri="{FF2B5EF4-FFF2-40B4-BE49-F238E27FC236}">
                    <a16:creationId xmlns:a16="http://schemas.microsoft.com/office/drawing/2014/main" id="{88E5ADBE-CAE0-BCAE-B6EB-DD06A90D3EA5}"/>
                  </a:ext>
                </a:extLst>
              </p:cNvPr>
              <p:cNvGrpSpPr/>
              <p:nvPr/>
            </p:nvGrpSpPr>
            <p:grpSpPr>
              <a:xfrm>
                <a:off x="8927295" y="6376710"/>
                <a:ext cx="1351683" cy="379268"/>
                <a:chOff x="5243641" y="3189385"/>
                <a:chExt cx="1351683" cy="379268"/>
              </a:xfrm>
              <a:solidFill>
                <a:schemeClr val="bg1">
                  <a:lumMod val="95000"/>
                </a:schemeClr>
              </a:solidFill>
            </p:grpSpPr>
            <p:sp>
              <p:nvSpPr>
                <p:cNvPr id="370" name="Freeform 369">
                  <a:extLst>
                    <a:ext uri="{FF2B5EF4-FFF2-40B4-BE49-F238E27FC236}">
                      <a16:creationId xmlns:a16="http://schemas.microsoft.com/office/drawing/2014/main" id="{B5C62A86-BCFC-8628-8D3A-8DEF1ACB0C5F}"/>
                    </a:ext>
                  </a:extLst>
                </p:cNvPr>
                <p:cNvSpPr/>
                <p:nvPr/>
              </p:nvSpPr>
              <p:spPr>
                <a:xfrm>
                  <a:off x="5243641"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4" y="166255"/>
                        <a:pt x="115166" y="151534"/>
                        <a:pt x="115166" y="120361"/>
                      </a:cubicBezTo>
                      <a:lnTo>
                        <a:pt x="115166" y="95250"/>
                      </a:lnTo>
                      <a:cubicBezTo>
                        <a:pt x="115166" y="71870"/>
                        <a:pt x="109970"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1" name="Freeform 370">
                  <a:extLst>
                    <a:ext uri="{FF2B5EF4-FFF2-40B4-BE49-F238E27FC236}">
                      <a16:creationId xmlns:a16="http://schemas.microsoft.com/office/drawing/2014/main" id="{F6DAA21A-136B-33D7-25FB-D6BC101F3133}"/>
                    </a:ext>
                  </a:extLst>
                </p:cNvPr>
                <p:cNvSpPr/>
                <p:nvPr/>
              </p:nvSpPr>
              <p:spPr>
                <a:xfrm>
                  <a:off x="5460118" y="3195447"/>
                  <a:ext cx="185304" cy="368877"/>
                </a:xfrm>
                <a:custGeom>
                  <a:avLst/>
                  <a:gdLst>
                    <a:gd name="connsiteX0" fmla="*/ 71005 w 185304"/>
                    <a:gd name="connsiteY0" fmla="*/ 207818 h 368877"/>
                    <a:gd name="connsiteX1" fmla="*/ 71005 w 185304"/>
                    <a:gd name="connsiteY1" fmla="*/ 368011 h 368877"/>
                    <a:gd name="connsiteX2" fmla="*/ 0 w 185304"/>
                    <a:gd name="connsiteY2" fmla="*/ 368011 h 368877"/>
                    <a:gd name="connsiteX3" fmla="*/ 0 w 185304"/>
                    <a:gd name="connsiteY3" fmla="*/ 0 h 368877"/>
                    <a:gd name="connsiteX4" fmla="*/ 92652 w 185304"/>
                    <a:gd name="connsiteY4" fmla="*/ 0 h 368877"/>
                    <a:gd name="connsiteX5" fmla="*/ 185305 w 185304"/>
                    <a:gd name="connsiteY5" fmla="*/ 91786 h 368877"/>
                    <a:gd name="connsiteX6" fmla="*/ 185305 w 185304"/>
                    <a:gd name="connsiteY6" fmla="*/ 104775 h 368877"/>
                    <a:gd name="connsiteX7" fmla="*/ 148936 w 185304"/>
                    <a:gd name="connsiteY7" fmla="*/ 180109 h 368877"/>
                    <a:gd name="connsiteX8" fmla="*/ 182707 w 185304"/>
                    <a:gd name="connsiteY8" fmla="*/ 259773 h 368877"/>
                    <a:gd name="connsiteX9" fmla="*/ 185305 w 185304"/>
                    <a:gd name="connsiteY9" fmla="*/ 368877 h 368877"/>
                    <a:gd name="connsiteX10" fmla="*/ 116898 w 185304"/>
                    <a:gd name="connsiteY10" fmla="*/ 368877 h 368877"/>
                    <a:gd name="connsiteX11" fmla="*/ 112568 w 185304"/>
                    <a:gd name="connsiteY11" fmla="*/ 257175 h 368877"/>
                    <a:gd name="connsiteX12" fmla="*/ 80530 w 185304"/>
                    <a:gd name="connsiteY12" fmla="*/ 208684 h 368877"/>
                    <a:gd name="connsiteX13" fmla="*/ 71005 w 185304"/>
                    <a:gd name="connsiteY13" fmla="*/ 208684 h 368877"/>
                    <a:gd name="connsiteX14" fmla="*/ 71870 w 185304"/>
                    <a:gd name="connsiteY14" fmla="*/ 151534 h 368877"/>
                    <a:gd name="connsiteX15" fmla="*/ 80530 w 185304"/>
                    <a:gd name="connsiteY15" fmla="*/ 151534 h 368877"/>
                    <a:gd name="connsiteX16" fmla="*/ 113434 w 185304"/>
                    <a:gd name="connsiteY16" fmla="*/ 109971 h 368877"/>
                    <a:gd name="connsiteX17" fmla="*/ 113434 w 185304"/>
                    <a:gd name="connsiteY17" fmla="*/ 91786 h 368877"/>
                    <a:gd name="connsiteX18" fmla="*/ 82261 w 185304"/>
                    <a:gd name="connsiteY18" fmla="*/ 54552 h 368877"/>
                    <a:gd name="connsiteX19" fmla="*/ 71005 w 185304"/>
                    <a:gd name="connsiteY19" fmla="*/ 54552 h 368877"/>
                    <a:gd name="connsiteX20" fmla="*/ 71005 w 185304"/>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304" h="368877">
                      <a:moveTo>
                        <a:pt x="71005" y="207818"/>
                      </a:moveTo>
                      <a:lnTo>
                        <a:pt x="71005" y="368011"/>
                      </a:lnTo>
                      <a:lnTo>
                        <a:pt x="0" y="368011"/>
                      </a:lnTo>
                      <a:lnTo>
                        <a:pt x="0" y="0"/>
                      </a:lnTo>
                      <a:lnTo>
                        <a:pt x="92652" y="0"/>
                      </a:lnTo>
                      <a:cubicBezTo>
                        <a:pt x="154132" y="0"/>
                        <a:pt x="185305" y="26843"/>
                        <a:pt x="185305" y="91786"/>
                      </a:cubicBezTo>
                      <a:lnTo>
                        <a:pt x="185305" y="104775"/>
                      </a:lnTo>
                      <a:cubicBezTo>
                        <a:pt x="185305" y="157596"/>
                        <a:pt x="164523" y="173182"/>
                        <a:pt x="148936" y="180109"/>
                      </a:cubicBezTo>
                      <a:cubicBezTo>
                        <a:pt x="171450" y="191366"/>
                        <a:pt x="182707" y="207818"/>
                        <a:pt x="182707" y="259773"/>
                      </a:cubicBezTo>
                      <a:cubicBezTo>
                        <a:pt x="182707" y="295275"/>
                        <a:pt x="181841" y="348961"/>
                        <a:pt x="185305" y="368877"/>
                      </a:cubicBezTo>
                      <a:lnTo>
                        <a:pt x="116898" y="368877"/>
                      </a:lnTo>
                      <a:cubicBezTo>
                        <a:pt x="112568" y="352425"/>
                        <a:pt x="112568" y="303934"/>
                        <a:pt x="112568" y="257175"/>
                      </a:cubicBezTo>
                      <a:cubicBezTo>
                        <a:pt x="112568" y="215611"/>
                        <a:pt x="108239" y="208684"/>
                        <a:pt x="80530" y="208684"/>
                      </a:cubicBezTo>
                      <a:lnTo>
                        <a:pt x="71005" y="208684"/>
                      </a:lnTo>
                      <a:close/>
                      <a:moveTo>
                        <a:pt x="71870" y="151534"/>
                      </a:moveTo>
                      <a:lnTo>
                        <a:pt x="80530" y="151534"/>
                      </a:lnTo>
                      <a:cubicBezTo>
                        <a:pt x="103909" y="151534"/>
                        <a:pt x="113434" y="143741"/>
                        <a:pt x="113434" y="109971"/>
                      </a:cubicBezTo>
                      <a:lnTo>
                        <a:pt x="113434" y="91786"/>
                      </a:lnTo>
                      <a:cubicBezTo>
                        <a:pt x="113434" y="66675"/>
                        <a:pt x="108239" y="54552"/>
                        <a:pt x="82261" y="54552"/>
                      </a:cubicBezTo>
                      <a:lnTo>
                        <a:pt x="71005" y="54552"/>
                      </a:lnTo>
                      <a:lnTo>
                        <a:pt x="71005" y="151534"/>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2" name="Freeform 371">
                  <a:extLst>
                    <a:ext uri="{FF2B5EF4-FFF2-40B4-BE49-F238E27FC236}">
                      <a16:creationId xmlns:a16="http://schemas.microsoft.com/office/drawing/2014/main" id="{DEC63BF1-7F94-7FCF-0290-763469788AF6}"/>
                    </a:ext>
                  </a:extLst>
                </p:cNvPr>
                <p:cNvSpPr/>
                <p:nvPr/>
              </p:nvSpPr>
              <p:spPr>
                <a:xfrm>
                  <a:off x="5676595"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80530"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3" name="Freeform 372">
                  <a:extLst>
                    <a:ext uri="{FF2B5EF4-FFF2-40B4-BE49-F238E27FC236}">
                      <a16:creationId xmlns:a16="http://schemas.microsoft.com/office/drawing/2014/main" id="{F9BA0ED9-710F-35F7-09C6-405F6F7798B6}"/>
                    </a:ext>
                  </a:extLst>
                </p:cNvPr>
                <p:cNvSpPr/>
                <p:nvPr/>
              </p:nvSpPr>
              <p:spPr>
                <a:xfrm>
                  <a:off x="5884413" y="3194581"/>
                  <a:ext cx="110836" cy="373206"/>
                </a:xfrm>
                <a:custGeom>
                  <a:avLst/>
                  <a:gdLst>
                    <a:gd name="connsiteX0" fmla="*/ 110836 w 110836"/>
                    <a:gd name="connsiteY0" fmla="*/ 277091 h 373206"/>
                    <a:gd name="connsiteX1" fmla="*/ 32039 w 110836"/>
                    <a:gd name="connsiteY1" fmla="*/ 373207 h 373206"/>
                    <a:gd name="connsiteX2" fmla="*/ 0 w 110836"/>
                    <a:gd name="connsiteY2" fmla="*/ 370609 h 373206"/>
                    <a:gd name="connsiteX3" fmla="*/ 0 w 110836"/>
                    <a:gd name="connsiteY3" fmla="*/ 311727 h 373206"/>
                    <a:gd name="connsiteX4" fmla="*/ 15586 w 110836"/>
                    <a:gd name="connsiteY4" fmla="*/ 312593 h 373206"/>
                    <a:gd name="connsiteX5" fmla="*/ 38966 w 110836"/>
                    <a:gd name="connsiteY5" fmla="*/ 284884 h 373206"/>
                    <a:gd name="connsiteX6" fmla="*/ 38966 w 110836"/>
                    <a:gd name="connsiteY6" fmla="*/ 0 h 373206"/>
                    <a:gd name="connsiteX7" fmla="*/ 109970 w 110836"/>
                    <a:gd name="connsiteY7" fmla="*/ 0 h 373206"/>
                    <a:gd name="connsiteX8" fmla="*/ 109970 w 110836"/>
                    <a:gd name="connsiteY8" fmla="*/ 277091 h 37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836" h="373206">
                      <a:moveTo>
                        <a:pt x="110836" y="277091"/>
                      </a:moveTo>
                      <a:cubicBezTo>
                        <a:pt x="110836" y="332509"/>
                        <a:pt x="103909" y="373207"/>
                        <a:pt x="32039" y="373207"/>
                      </a:cubicBezTo>
                      <a:cubicBezTo>
                        <a:pt x="21648" y="373207"/>
                        <a:pt x="7793" y="372341"/>
                        <a:pt x="0" y="370609"/>
                      </a:cubicBezTo>
                      <a:lnTo>
                        <a:pt x="0" y="311727"/>
                      </a:lnTo>
                      <a:cubicBezTo>
                        <a:pt x="3464" y="311727"/>
                        <a:pt x="9525" y="312593"/>
                        <a:pt x="15586" y="312593"/>
                      </a:cubicBezTo>
                      <a:cubicBezTo>
                        <a:pt x="33770" y="312593"/>
                        <a:pt x="38966" y="306532"/>
                        <a:pt x="38966" y="284884"/>
                      </a:cubicBezTo>
                      <a:lnTo>
                        <a:pt x="38966" y="0"/>
                      </a:lnTo>
                      <a:lnTo>
                        <a:pt x="109970" y="0"/>
                      </a:lnTo>
                      <a:lnTo>
                        <a:pt x="109970" y="27709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4" name="Freeform 373">
                  <a:extLst>
                    <a:ext uri="{FF2B5EF4-FFF2-40B4-BE49-F238E27FC236}">
                      <a16:creationId xmlns:a16="http://schemas.microsoft.com/office/drawing/2014/main" id="{9AD97112-899A-141F-AF46-AFFB524F96AE}"/>
                    </a:ext>
                  </a:extLst>
                </p:cNvPr>
                <p:cNvSpPr/>
                <p:nvPr/>
              </p:nvSpPr>
              <p:spPr>
                <a:xfrm>
                  <a:off x="6035081" y="3195447"/>
                  <a:ext cx="160193" cy="368011"/>
                </a:xfrm>
                <a:custGeom>
                  <a:avLst/>
                  <a:gdLst>
                    <a:gd name="connsiteX0" fmla="*/ 147205 w 160193"/>
                    <a:gd name="connsiteY0" fmla="*/ 205221 h 368011"/>
                    <a:gd name="connsiteX1" fmla="*/ 71005 w 160193"/>
                    <a:gd name="connsiteY1" fmla="*/ 205221 h 368011"/>
                    <a:gd name="connsiteX2" fmla="*/ 71005 w 160193"/>
                    <a:gd name="connsiteY2" fmla="*/ 305666 h 368011"/>
                    <a:gd name="connsiteX3" fmla="*/ 160193 w 160193"/>
                    <a:gd name="connsiteY3" fmla="*/ 305666 h 368011"/>
                    <a:gd name="connsiteX4" fmla="*/ 151534 w 160193"/>
                    <a:gd name="connsiteY4" fmla="*/ 368011 h 368011"/>
                    <a:gd name="connsiteX5" fmla="*/ 0 w 160193"/>
                    <a:gd name="connsiteY5" fmla="*/ 368011 h 368011"/>
                    <a:gd name="connsiteX6" fmla="*/ 0 w 160193"/>
                    <a:gd name="connsiteY6" fmla="*/ 0 h 368011"/>
                    <a:gd name="connsiteX7" fmla="*/ 150668 w 160193"/>
                    <a:gd name="connsiteY7" fmla="*/ 0 h 368011"/>
                    <a:gd name="connsiteX8" fmla="*/ 150668 w 160193"/>
                    <a:gd name="connsiteY8" fmla="*/ 62346 h 368011"/>
                    <a:gd name="connsiteX9" fmla="*/ 71005 w 160193"/>
                    <a:gd name="connsiteY9" fmla="*/ 62346 h 368011"/>
                    <a:gd name="connsiteX10" fmla="*/ 71005 w 160193"/>
                    <a:gd name="connsiteY10" fmla="*/ 142875 h 368011"/>
                    <a:gd name="connsiteX11" fmla="*/ 147205 w 160193"/>
                    <a:gd name="connsiteY11" fmla="*/ 142875 h 368011"/>
                    <a:gd name="connsiteX12" fmla="*/ 147205 w 160193"/>
                    <a:gd name="connsiteY12" fmla="*/ 205221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193" h="368011">
                      <a:moveTo>
                        <a:pt x="147205" y="205221"/>
                      </a:moveTo>
                      <a:lnTo>
                        <a:pt x="71005" y="205221"/>
                      </a:lnTo>
                      <a:lnTo>
                        <a:pt x="71005" y="305666"/>
                      </a:lnTo>
                      <a:lnTo>
                        <a:pt x="160193" y="305666"/>
                      </a:lnTo>
                      <a:lnTo>
                        <a:pt x="151534" y="368011"/>
                      </a:lnTo>
                      <a:lnTo>
                        <a:pt x="0" y="368011"/>
                      </a:lnTo>
                      <a:lnTo>
                        <a:pt x="0" y="0"/>
                      </a:lnTo>
                      <a:lnTo>
                        <a:pt x="150668" y="0"/>
                      </a:lnTo>
                      <a:lnTo>
                        <a:pt x="150668" y="62346"/>
                      </a:lnTo>
                      <a:lnTo>
                        <a:pt x="71005" y="62346"/>
                      </a:lnTo>
                      <a:lnTo>
                        <a:pt x="71005" y="142875"/>
                      </a:lnTo>
                      <a:lnTo>
                        <a:pt x="147205" y="142875"/>
                      </a:lnTo>
                      <a:lnTo>
                        <a:pt x="147205" y="20522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5" name="Freeform 374">
                  <a:extLst>
                    <a:ext uri="{FF2B5EF4-FFF2-40B4-BE49-F238E27FC236}">
                      <a16:creationId xmlns:a16="http://schemas.microsoft.com/office/drawing/2014/main" id="{5CA29AF1-3F29-8698-B452-4A976CA237CC}"/>
                    </a:ext>
                  </a:extLst>
                </p:cNvPr>
                <p:cNvSpPr/>
                <p:nvPr/>
              </p:nvSpPr>
              <p:spPr>
                <a:xfrm>
                  <a:off x="6218654" y="3189385"/>
                  <a:ext cx="181840" cy="379268"/>
                </a:xfrm>
                <a:custGeom>
                  <a:avLst/>
                  <a:gdLst>
                    <a:gd name="connsiteX0" fmla="*/ 181841 w 181840"/>
                    <a:gd name="connsiteY0" fmla="*/ 253711 h 379268"/>
                    <a:gd name="connsiteX1" fmla="*/ 181841 w 181840"/>
                    <a:gd name="connsiteY1" fmla="*/ 273627 h 379268"/>
                    <a:gd name="connsiteX2" fmla="*/ 89189 w 181840"/>
                    <a:gd name="connsiteY2" fmla="*/ 379268 h 379268"/>
                    <a:gd name="connsiteX3" fmla="*/ 0 w 181840"/>
                    <a:gd name="connsiteY3" fmla="*/ 277957 h 379268"/>
                    <a:gd name="connsiteX4" fmla="*/ 0 w 181840"/>
                    <a:gd name="connsiteY4" fmla="*/ 97848 h 379268"/>
                    <a:gd name="connsiteX5" fmla="*/ 90920 w 181840"/>
                    <a:gd name="connsiteY5" fmla="*/ 0 h 379268"/>
                    <a:gd name="connsiteX6" fmla="*/ 180975 w 181840"/>
                    <a:gd name="connsiteY6" fmla="*/ 99580 h 379268"/>
                    <a:gd name="connsiteX7" fmla="*/ 180975 w 181840"/>
                    <a:gd name="connsiteY7" fmla="*/ 122959 h 379268"/>
                    <a:gd name="connsiteX8" fmla="*/ 109971 w 181840"/>
                    <a:gd name="connsiteY8" fmla="*/ 122959 h 379268"/>
                    <a:gd name="connsiteX9" fmla="*/ 109971 w 181840"/>
                    <a:gd name="connsiteY9" fmla="*/ 91786 h 379268"/>
                    <a:gd name="connsiteX10" fmla="*/ 90920 w 181840"/>
                    <a:gd name="connsiteY10" fmla="*/ 61480 h 379268"/>
                    <a:gd name="connsiteX11" fmla="*/ 71871 w 181840"/>
                    <a:gd name="connsiteY11" fmla="*/ 91786 h 379268"/>
                    <a:gd name="connsiteX12" fmla="*/ 71871 w 181840"/>
                    <a:gd name="connsiteY12" fmla="*/ 286616 h 379268"/>
                    <a:gd name="connsiteX13" fmla="*/ 90920 w 181840"/>
                    <a:gd name="connsiteY13" fmla="*/ 319521 h 379268"/>
                    <a:gd name="connsiteX14" fmla="*/ 110837 w 181840"/>
                    <a:gd name="connsiteY14" fmla="*/ 284884 h 379268"/>
                    <a:gd name="connsiteX15" fmla="*/ 110837 w 181840"/>
                    <a:gd name="connsiteY15" fmla="*/ 253711 h 379268"/>
                    <a:gd name="connsiteX16" fmla="*/ 181841 w 181840"/>
                    <a:gd name="connsiteY16" fmla="*/ 253711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1840" h="379268">
                      <a:moveTo>
                        <a:pt x="181841" y="253711"/>
                      </a:moveTo>
                      <a:lnTo>
                        <a:pt x="181841" y="273627"/>
                      </a:lnTo>
                      <a:cubicBezTo>
                        <a:pt x="181841" y="320386"/>
                        <a:pt x="173182" y="379268"/>
                        <a:pt x="89189" y="379268"/>
                      </a:cubicBezTo>
                      <a:cubicBezTo>
                        <a:pt x="26843" y="379268"/>
                        <a:pt x="0" y="346364"/>
                        <a:pt x="0" y="277957"/>
                      </a:cubicBezTo>
                      <a:lnTo>
                        <a:pt x="0" y="97848"/>
                      </a:lnTo>
                      <a:cubicBezTo>
                        <a:pt x="0" y="33771"/>
                        <a:pt x="32039" y="0"/>
                        <a:pt x="90920" y="0"/>
                      </a:cubicBezTo>
                      <a:cubicBezTo>
                        <a:pt x="168852" y="0"/>
                        <a:pt x="180975" y="51089"/>
                        <a:pt x="180975" y="99580"/>
                      </a:cubicBezTo>
                      <a:lnTo>
                        <a:pt x="180975" y="122959"/>
                      </a:lnTo>
                      <a:lnTo>
                        <a:pt x="109971" y="122959"/>
                      </a:lnTo>
                      <a:lnTo>
                        <a:pt x="109971" y="91786"/>
                      </a:lnTo>
                      <a:cubicBezTo>
                        <a:pt x="109971" y="71870"/>
                        <a:pt x="105641" y="61480"/>
                        <a:pt x="90920" y="61480"/>
                      </a:cubicBezTo>
                      <a:cubicBezTo>
                        <a:pt x="76200" y="61480"/>
                        <a:pt x="71871" y="71005"/>
                        <a:pt x="71871" y="91786"/>
                      </a:cubicBezTo>
                      <a:lnTo>
                        <a:pt x="71871" y="286616"/>
                      </a:lnTo>
                      <a:cubicBezTo>
                        <a:pt x="71871" y="306532"/>
                        <a:pt x="75334" y="319521"/>
                        <a:pt x="90920" y="319521"/>
                      </a:cubicBezTo>
                      <a:cubicBezTo>
                        <a:pt x="106507" y="319521"/>
                        <a:pt x="110837" y="308264"/>
                        <a:pt x="110837" y="284884"/>
                      </a:cubicBezTo>
                      <a:lnTo>
                        <a:pt x="110837" y="253711"/>
                      </a:lnTo>
                      <a:lnTo>
                        <a:pt x="181841" y="253711"/>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6" name="Freeform 375">
                  <a:extLst>
                    <a:ext uri="{FF2B5EF4-FFF2-40B4-BE49-F238E27FC236}">
                      <a16:creationId xmlns:a16="http://schemas.microsoft.com/office/drawing/2014/main" id="{68097A73-C537-97FF-414D-0B6B5246DDEC}"/>
                    </a:ext>
                  </a:extLst>
                </p:cNvPr>
                <p:cNvSpPr/>
                <p:nvPr/>
              </p:nvSpPr>
              <p:spPr>
                <a:xfrm>
                  <a:off x="6416947" y="3194581"/>
                  <a:ext cx="178377" cy="368011"/>
                </a:xfrm>
                <a:custGeom>
                  <a:avLst/>
                  <a:gdLst>
                    <a:gd name="connsiteX0" fmla="*/ 53686 w 178377"/>
                    <a:gd name="connsiteY0" fmla="*/ 62345 h 368011"/>
                    <a:gd name="connsiteX1" fmla="*/ 0 w 178377"/>
                    <a:gd name="connsiteY1" fmla="*/ 62345 h 368011"/>
                    <a:gd name="connsiteX2" fmla="*/ 0 w 178377"/>
                    <a:gd name="connsiteY2" fmla="*/ 0 h 368011"/>
                    <a:gd name="connsiteX3" fmla="*/ 178377 w 178377"/>
                    <a:gd name="connsiteY3" fmla="*/ 0 h 368011"/>
                    <a:gd name="connsiteX4" fmla="*/ 178377 w 178377"/>
                    <a:gd name="connsiteY4" fmla="*/ 62345 h 368011"/>
                    <a:gd name="connsiteX5" fmla="*/ 124691 w 178377"/>
                    <a:gd name="connsiteY5" fmla="*/ 62345 h 368011"/>
                    <a:gd name="connsiteX6" fmla="*/ 124691 w 178377"/>
                    <a:gd name="connsiteY6" fmla="*/ 368011 h 368011"/>
                    <a:gd name="connsiteX7" fmla="*/ 53686 w 178377"/>
                    <a:gd name="connsiteY7" fmla="*/ 368011 h 368011"/>
                    <a:gd name="connsiteX8" fmla="*/ 53686 w 178377"/>
                    <a:gd name="connsiteY8" fmla="*/ 6234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77" h="368011">
                      <a:moveTo>
                        <a:pt x="53686" y="62345"/>
                      </a:moveTo>
                      <a:lnTo>
                        <a:pt x="0" y="62345"/>
                      </a:lnTo>
                      <a:lnTo>
                        <a:pt x="0" y="0"/>
                      </a:lnTo>
                      <a:lnTo>
                        <a:pt x="178377" y="0"/>
                      </a:lnTo>
                      <a:lnTo>
                        <a:pt x="178377" y="62345"/>
                      </a:lnTo>
                      <a:lnTo>
                        <a:pt x="124691" y="62345"/>
                      </a:lnTo>
                      <a:lnTo>
                        <a:pt x="124691" y="368011"/>
                      </a:lnTo>
                      <a:lnTo>
                        <a:pt x="53686" y="368011"/>
                      </a:lnTo>
                      <a:lnTo>
                        <a:pt x="53686" y="6234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61" name="Group 360">
                <a:extLst>
                  <a:ext uri="{FF2B5EF4-FFF2-40B4-BE49-F238E27FC236}">
                    <a16:creationId xmlns:a16="http://schemas.microsoft.com/office/drawing/2014/main" id="{AB46DB2D-8C69-E838-AD0B-38D92E139E23}"/>
                  </a:ext>
                </a:extLst>
              </p:cNvPr>
              <p:cNvGrpSpPr/>
              <p:nvPr/>
            </p:nvGrpSpPr>
            <p:grpSpPr>
              <a:xfrm>
                <a:off x="10392413" y="6375844"/>
                <a:ext cx="1692852" cy="380134"/>
                <a:chOff x="6708759" y="3188519"/>
                <a:chExt cx="1692852" cy="380134"/>
              </a:xfrm>
              <a:solidFill>
                <a:schemeClr val="bg1">
                  <a:lumMod val="95000"/>
                  <a:alpha val="75000"/>
                </a:schemeClr>
              </a:solidFill>
            </p:grpSpPr>
            <p:sp>
              <p:nvSpPr>
                <p:cNvPr id="362" name="Freeform 361">
                  <a:extLst>
                    <a:ext uri="{FF2B5EF4-FFF2-40B4-BE49-F238E27FC236}">
                      <a16:creationId xmlns:a16="http://schemas.microsoft.com/office/drawing/2014/main" id="{3F7E4791-4F7C-37D2-D956-42863E912016}"/>
                    </a:ext>
                  </a:extLst>
                </p:cNvPr>
                <p:cNvSpPr/>
                <p:nvPr/>
              </p:nvSpPr>
              <p:spPr>
                <a:xfrm>
                  <a:off x="670875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3" name="Freeform 362">
                  <a:extLst>
                    <a:ext uri="{FF2B5EF4-FFF2-40B4-BE49-F238E27FC236}">
                      <a16:creationId xmlns:a16="http://schemas.microsoft.com/office/drawing/2014/main" id="{11E86A3B-CE1E-A0CE-659C-B6F5EDEC5A0E}"/>
                    </a:ext>
                  </a:extLst>
                </p:cNvPr>
                <p:cNvSpPr/>
                <p:nvPr/>
              </p:nvSpPr>
              <p:spPr>
                <a:xfrm>
                  <a:off x="6925236" y="3195447"/>
                  <a:ext cx="184438" cy="368877"/>
                </a:xfrm>
                <a:custGeom>
                  <a:avLst/>
                  <a:gdLst>
                    <a:gd name="connsiteX0" fmla="*/ 71005 w 184438"/>
                    <a:gd name="connsiteY0" fmla="*/ 207818 h 368877"/>
                    <a:gd name="connsiteX1" fmla="*/ 71005 w 184438"/>
                    <a:gd name="connsiteY1" fmla="*/ 368011 h 368877"/>
                    <a:gd name="connsiteX2" fmla="*/ 0 w 184438"/>
                    <a:gd name="connsiteY2" fmla="*/ 368011 h 368877"/>
                    <a:gd name="connsiteX3" fmla="*/ 0 w 184438"/>
                    <a:gd name="connsiteY3" fmla="*/ 0 h 368877"/>
                    <a:gd name="connsiteX4" fmla="*/ 91786 w 184438"/>
                    <a:gd name="connsiteY4" fmla="*/ 0 h 368877"/>
                    <a:gd name="connsiteX5" fmla="*/ 184439 w 184438"/>
                    <a:gd name="connsiteY5" fmla="*/ 91786 h 368877"/>
                    <a:gd name="connsiteX6" fmla="*/ 184439 w 184438"/>
                    <a:gd name="connsiteY6" fmla="*/ 104775 h 368877"/>
                    <a:gd name="connsiteX7" fmla="*/ 148071 w 184438"/>
                    <a:gd name="connsiteY7" fmla="*/ 180109 h 368877"/>
                    <a:gd name="connsiteX8" fmla="*/ 181841 w 184438"/>
                    <a:gd name="connsiteY8" fmla="*/ 259773 h 368877"/>
                    <a:gd name="connsiteX9" fmla="*/ 184439 w 184438"/>
                    <a:gd name="connsiteY9" fmla="*/ 368877 h 368877"/>
                    <a:gd name="connsiteX10" fmla="*/ 116032 w 184438"/>
                    <a:gd name="connsiteY10" fmla="*/ 368877 h 368877"/>
                    <a:gd name="connsiteX11" fmla="*/ 111702 w 184438"/>
                    <a:gd name="connsiteY11" fmla="*/ 257175 h 368877"/>
                    <a:gd name="connsiteX12" fmla="*/ 79664 w 184438"/>
                    <a:gd name="connsiteY12" fmla="*/ 208684 h 368877"/>
                    <a:gd name="connsiteX13" fmla="*/ 71005 w 184438"/>
                    <a:gd name="connsiteY13" fmla="*/ 208684 h 368877"/>
                    <a:gd name="connsiteX14" fmla="*/ 71005 w 184438"/>
                    <a:gd name="connsiteY14" fmla="*/ 151534 h 368877"/>
                    <a:gd name="connsiteX15" fmla="*/ 79664 w 184438"/>
                    <a:gd name="connsiteY15" fmla="*/ 151534 h 368877"/>
                    <a:gd name="connsiteX16" fmla="*/ 112568 w 184438"/>
                    <a:gd name="connsiteY16" fmla="*/ 109971 h 368877"/>
                    <a:gd name="connsiteX17" fmla="*/ 112568 w 184438"/>
                    <a:gd name="connsiteY17" fmla="*/ 91786 h 368877"/>
                    <a:gd name="connsiteX18" fmla="*/ 81395 w 184438"/>
                    <a:gd name="connsiteY18" fmla="*/ 54552 h 368877"/>
                    <a:gd name="connsiteX19" fmla="*/ 70139 w 184438"/>
                    <a:gd name="connsiteY19" fmla="*/ 54552 h 368877"/>
                    <a:gd name="connsiteX20" fmla="*/ 70139 w 184438"/>
                    <a:gd name="connsiteY20" fmla="*/ 151534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4438" h="368877">
                      <a:moveTo>
                        <a:pt x="71005" y="207818"/>
                      </a:moveTo>
                      <a:lnTo>
                        <a:pt x="71005" y="368011"/>
                      </a:lnTo>
                      <a:lnTo>
                        <a:pt x="0" y="368011"/>
                      </a:lnTo>
                      <a:lnTo>
                        <a:pt x="0" y="0"/>
                      </a:lnTo>
                      <a:lnTo>
                        <a:pt x="91786" y="0"/>
                      </a:lnTo>
                      <a:cubicBezTo>
                        <a:pt x="153266" y="0"/>
                        <a:pt x="184439" y="26843"/>
                        <a:pt x="184439" y="91786"/>
                      </a:cubicBezTo>
                      <a:lnTo>
                        <a:pt x="184439" y="104775"/>
                      </a:lnTo>
                      <a:cubicBezTo>
                        <a:pt x="184439" y="157596"/>
                        <a:pt x="163657" y="173182"/>
                        <a:pt x="148071" y="180109"/>
                      </a:cubicBezTo>
                      <a:cubicBezTo>
                        <a:pt x="170584" y="191366"/>
                        <a:pt x="181841" y="207818"/>
                        <a:pt x="181841" y="259773"/>
                      </a:cubicBezTo>
                      <a:cubicBezTo>
                        <a:pt x="181841" y="295275"/>
                        <a:pt x="180975" y="348961"/>
                        <a:pt x="184439" y="368877"/>
                      </a:cubicBezTo>
                      <a:lnTo>
                        <a:pt x="116032" y="368877"/>
                      </a:lnTo>
                      <a:cubicBezTo>
                        <a:pt x="111702" y="352425"/>
                        <a:pt x="111702" y="303934"/>
                        <a:pt x="111702" y="257175"/>
                      </a:cubicBezTo>
                      <a:cubicBezTo>
                        <a:pt x="111702" y="215611"/>
                        <a:pt x="107373" y="208684"/>
                        <a:pt x="79664" y="208684"/>
                      </a:cubicBezTo>
                      <a:lnTo>
                        <a:pt x="71005" y="208684"/>
                      </a:lnTo>
                      <a:close/>
                      <a:moveTo>
                        <a:pt x="71005" y="151534"/>
                      </a:moveTo>
                      <a:lnTo>
                        <a:pt x="79664" y="151534"/>
                      </a:lnTo>
                      <a:cubicBezTo>
                        <a:pt x="103043" y="151534"/>
                        <a:pt x="112568" y="143741"/>
                        <a:pt x="112568" y="109971"/>
                      </a:cubicBezTo>
                      <a:lnTo>
                        <a:pt x="112568" y="91786"/>
                      </a:lnTo>
                      <a:cubicBezTo>
                        <a:pt x="112568" y="66675"/>
                        <a:pt x="107373" y="54552"/>
                        <a:pt x="81395" y="54552"/>
                      </a:cubicBezTo>
                      <a:lnTo>
                        <a:pt x="70139" y="54552"/>
                      </a:lnTo>
                      <a:lnTo>
                        <a:pt x="70139" y="151534"/>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4" name="Freeform 363">
                  <a:extLst>
                    <a:ext uri="{FF2B5EF4-FFF2-40B4-BE49-F238E27FC236}">
                      <a16:creationId xmlns:a16="http://schemas.microsoft.com/office/drawing/2014/main" id="{AB52AD65-863E-D94C-97F6-78A3AC27A545}"/>
                    </a:ext>
                  </a:extLst>
                </p:cNvPr>
                <p:cNvSpPr/>
                <p:nvPr/>
              </p:nvSpPr>
              <p:spPr>
                <a:xfrm>
                  <a:off x="7141713"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30"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4" y="318655"/>
                        <a:pt x="95250" y="318655"/>
                      </a:cubicBezTo>
                      <a:cubicBezTo>
                        <a:pt x="111702" y="318655"/>
                        <a:pt x="119495" y="308264"/>
                        <a:pt x="119495" y="284018"/>
                      </a:cubicBezTo>
                      <a:lnTo>
                        <a:pt x="119495" y="95250"/>
                      </a:lnTo>
                      <a:cubicBezTo>
                        <a:pt x="119495" y="71870"/>
                        <a:pt x="113434" y="60614"/>
                        <a:pt x="95250" y="60614"/>
                      </a:cubicBezTo>
                      <a:cubicBezTo>
                        <a:pt x="79664"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5" name="Freeform 364">
                  <a:extLst>
                    <a:ext uri="{FF2B5EF4-FFF2-40B4-BE49-F238E27FC236}">
                      <a16:creationId xmlns:a16="http://schemas.microsoft.com/office/drawing/2014/main" id="{EDDC2334-CCD7-2CD5-7D6E-D81FBE0530D4}"/>
                    </a:ext>
                  </a:extLst>
                </p:cNvPr>
                <p:cNvSpPr/>
                <p:nvPr/>
              </p:nvSpPr>
              <p:spPr>
                <a:xfrm>
                  <a:off x="7371179" y="3194581"/>
                  <a:ext cx="186170" cy="368011"/>
                </a:xfrm>
                <a:custGeom>
                  <a:avLst/>
                  <a:gdLst>
                    <a:gd name="connsiteX0" fmla="*/ 0 w 186170"/>
                    <a:gd name="connsiteY0" fmla="*/ 0 h 368011"/>
                    <a:gd name="connsiteX1" fmla="*/ 94384 w 186170"/>
                    <a:gd name="connsiteY1" fmla="*/ 0 h 368011"/>
                    <a:gd name="connsiteX2" fmla="*/ 186170 w 186170"/>
                    <a:gd name="connsiteY2" fmla="*/ 97848 h 368011"/>
                    <a:gd name="connsiteX3" fmla="*/ 186170 w 186170"/>
                    <a:gd name="connsiteY3" fmla="*/ 120361 h 368011"/>
                    <a:gd name="connsiteX4" fmla="*/ 91786 w 186170"/>
                    <a:gd name="connsiteY4" fmla="*/ 223405 h 368011"/>
                    <a:gd name="connsiteX5" fmla="*/ 71005 w 186170"/>
                    <a:gd name="connsiteY5" fmla="*/ 223405 h 368011"/>
                    <a:gd name="connsiteX6" fmla="*/ 71005 w 186170"/>
                    <a:gd name="connsiteY6" fmla="*/ 368011 h 368011"/>
                    <a:gd name="connsiteX7" fmla="*/ 0 w 186170"/>
                    <a:gd name="connsiteY7" fmla="*/ 368011 h 368011"/>
                    <a:gd name="connsiteX8" fmla="*/ 0 w 186170"/>
                    <a:gd name="connsiteY8" fmla="*/ 0 h 368011"/>
                    <a:gd name="connsiteX9" fmla="*/ 71005 w 186170"/>
                    <a:gd name="connsiteY9" fmla="*/ 166255 h 368011"/>
                    <a:gd name="connsiteX10" fmla="*/ 82261 w 186170"/>
                    <a:gd name="connsiteY10" fmla="*/ 166255 h 368011"/>
                    <a:gd name="connsiteX11" fmla="*/ 115166 w 186170"/>
                    <a:gd name="connsiteY11" fmla="*/ 120361 h 368011"/>
                    <a:gd name="connsiteX12" fmla="*/ 115166 w 186170"/>
                    <a:gd name="connsiteY12" fmla="*/ 95250 h 368011"/>
                    <a:gd name="connsiteX13" fmla="*/ 85725 w 186170"/>
                    <a:gd name="connsiteY13" fmla="*/ 56284 h 368011"/>
                    <a:gd name="connsiteX14" fmla="*/ 71005 w 186170"/>
                    <a:gd name="connsiteY14" fmla="*/ 56284 h 368011"/>
                    <a:gd name="connsiteX15" fmla="*/ 71005 w 186170"/>
                    <a:gd name="connsiteY15" fmla="*/ 166255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170" h="368011">
                      <a:moveTo>
                        <a:pt x="0" y="0"/>
                      </a:moveTo>
                      <a:lnTo>
                        <a:pt x="94384" y="0"/>
                      </a:lnTo>
                      <a:cubicBezTo>
                        <a:pt x="155864" y="0"/>
                        <a:pt x="186170" y="32039"/>
                        <a:pt x="186170" y="97848"/>
                      </a:cubicBezTo>
                      <a:lnTo>
                        <a:pt x="186170" y="120361"/>
                      </a:lnTo>
                      <a:cubicBezTo>
                        <a:pt x="186170" y="184439"/>
                        <a:pt x="161925" y="223405"/>
                        <a:pt x="91786" y="223405"/>
                      </a:cubicBezTo>
                      <a:lnTo>
                        <a:pt x="71005" y="223405"/>
                      </a:lnTo>
                      <a:lnTo>
                        <a:pt x="71005" y="368011"/>
                      </a:lnTo>
                      <a:lnTo>
                        <a:pt x="0" y="368011"/>
                      </a:lnTo>
                      <a:lnTo>
                        <a:pt x="0" y="0"/>
                      </a:lnTo>
                      <a:close/>
                      <a:moveTo>
                        <a:pt x="71005" y="166255"/>
                      </a:moveTo>
                      <a:lnTo>
                        <a:pt x="82261" y="166255"/>
                      </a:lnTo>
                      <a:cubicBezTo>
                        <a:pt x="109105" y="166255"/>
                        <a:pt x="115166" y="151534"/>
                        <a:pt x="115166" y="120361"/>
                      </a:cubicBezTo>
                      <a:lnTo>
                        <a:pt x="115166" y="95250"/>
                      </a:lnTo>
                      <a:cubicBezTo>
                        <a:pt x="115166" y="71870"/>
                        <a:pt x="109971" y="56284"/>
                        <a:pt x="85725" y="56284"/>
                      </a:cubicBezTo>
                      <a:lnTo>
                        <a:pt x="71005" y="56284"/>
                      </a:lnTo>
                      <a:lnTo>
                        <a:pt x="71005" y="166255"/>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6" name="Freeform 365">
                  <a:extLst>
                    <a:ext uri="{FF2B5EF4-FFF2-40B4-BE49-F238E27FC236}">
                      <a16:creationId xmlns:a16="http://schemas.microsoft.com/office/drawing/2014/main" id="{FD34C4E6-FA0C-BE1C-B81A-EC36ECDEA6F5}"/>
                    </a:ext>
                  </a:extLst>
                </p:cNvPr>
                <p:cNvSpPr/>
                <p:nvPr/>
              </p:nvSpPr>
              <p:spPr>
                <a:xfrm>
                  <a:off x="7585059" y="3189385"/>
                  <a:ext cx="191365" cy="379268"/>
                </a:xfrm>
                <a:custGeom>
                  <a:avLst/>
                  <a:gdLst>
                    <a:gd name="connsiteX0" fmla="*/ 191366 w 191365"/>
                    <a:gd name="connsiteY0" fmla="*/ 103909 h 379268"/>
                    <a:gd name="connsiteX1" fmla="*/ 191366 w 191365"/>
                    <a:gd name="connsiteY1" fmla="*/ 274493 h 379268"/>
                    <a:gd name="connsiteX2" fmla="*/ 92652 w 191365"/>
                    <a:gd name="connsiteY2" fmla="*/ 379268 h 379268"/>
                    <a:gd name="connsiteX3" fmla="*/ 0 w 191365"/>
                    <a:gd name="connsiteY3" fmla="*/ 275359 h 379268"/>
                    <a:gd name="connsiteX4" fmla="*/ 0 w 191365"/>
                    <a:gd name="connsiteY4" fmla="*/ 102177 h 379268"/>
                    <a:gd name="connsiteX5" fmla="*/ 96116 w 191365"/>
                    <a:gd name="connsiteY5" fmla="*/ 0 h 379268"/>
                    <a:gd name="connsiteX6" fmla="*/ 191366 w 191365"/>
                    <a:gd name="connsiteY6" fmla="*/ 103909 h 379268"/>
                    <a:gd name="connsiteX7" fmla="*/ 71870 w 191365"/>
                    <a:gd name="connsiteY7" fmla="*/ 96116 h 379268"/>
                    <a:gd name="connsiteX8" fmla="*/ 71870 w 191365"/>
                    <a:gd name="connsiteY8" fmla="*/ 284018 h 379268"/>
                    <a:gd name="connsiteX9" fmla="*/ 95250 w 191365"/>
                    <a:gd name="connsiteY9" fmla="*/ 318655 h 379268"/>
                    <a:gd name="connsiteX10" fmla="*/ 119495 w 191365"/>
                    <a:gd name="connsiteY10" fmla="*/ 284018 h 379268"/>
                    <a:gd name="connsiteX11" fmla="*/ 119495 w 191365"/>
                    <a:gd name="connsiteY11" fmla="*/ 95250 h 379268"/>
                    <a:gd name="connsiteX12" fmla="*/ 95250 w 191365"/>
                    <a:gd name="connsiteY12" fmla="*/ 60614 h 379268"/>
                    <a:gd name="connsiteX13" fmla="*/ 71870 w 191365"/>
                    <a:gd name="connsiteY13" fmla="*/ 96116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365" h="379268">
                      <a:moveTo>
                        <a:pt x="191366" y="103909"/>
                      </a:moveTo>
                      <a:lnTo>
                        <a:pt x="191366" y="274493"/>
                      </a:lnTo>
                      <a:cubicBezTo>
                        <a:pt x="191366" y="347230"/>
                        <a:pt x="156729" y="379268"/>
                        <a:pt x="92652" y="379268"/>
                      </a:cubicBezTo>
                      <a:cubicBezTo>
                        <a:pt x="31173" y="379268"/>
                        <a:pt x="0" y="347230"/>
                        <a:pt x="0" y="275359"/>
                      </a:cubicBezTo>
                      <a:lnTo>
                        <a:pt x="0" y="102177"/>
                      </a:lnTo>
                      <a:cubicBezTo>
                        <a:pt x="0" y="31173"/>
                        <a:pt x="38966" y="0"/>
                        <a:pt x="96116" y="0"/>
                      </a:cubicBezTo>
                      <a:cubicBezTo>
                        <a:pt x="153266" y="0"/>
                        <a:pt x="191366" y="30307"/>
                        <a:pt x="191366" y="103909"/>
                      </a:cubicBezTo>
                      <a:close/>
                      <a:moveTo>
                        <a:pt x="71870" y="96116"/>
                      </a:moveTo>
                      <a:lnTo>
                        <a:pt x="71870" y="284018"/>
                      </a:lnTo>
                      <a:cubicBezTo>
                        <a:pt x="71870" y="306532"/>
                        <a:pt x="79663" y="318655"/>
                        <a:pt x="95250" y="318655"/>
                      </a:cubicBezTo>
                      <a:cubicBezTo>
                        <a:pt x="111702" y="318655"/>
                        <a:pt x="119495" y="308264"/>
                        <a:pt x="119495" y="284018"/>
                      </a:cubicBezTo>
                      <a:lnTo>
                        <a:pt x="119495" y="95250"/>
                      </a:lnTo>
                      <a:cubicBezTo>
                        <a:pt x="119495" y="71870"/>
                        <a:pt x="113434" y="60614"/>
                        <a:pt x="95250" y="60614"/>
                      </a:cubicBezTo>
                      <a:cubicBezTo>
                        <a:pt x="80529" y="60614"/>
                        <a:pt x="71870" y="71005"/>
                        <a:pt x="71870" y="96116"/>
                      </a:cubicBez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7" name="Freeform 366">
                  <a:extLst>
                    <a:ext uri="{FF2B5EF4-FFF2-40B4-BE49-F238E27FC236}">
                      <a16:creationId xmlns:a16="http://schemas.microsoft.com/office/drawing/2014/main" id="{16DC3F2E-A05E-F129-47F6-AB1165CCF6A1}"/>
                    </a:ext>
                  </a:extLst>
                </p:cNvPr>
                <p:cNvSpPr/>
                <p:nvPr/>
              </p:nvSpPr>
              <p:spPr>
                <a:xfrm>
                  <a:off x="7805866" y="3188519"/>
                  <a:ext cx="182706" cy="379268"/>
                </a:xfrm>
                <a:custGeom>
                  <a:avLst/>
                  <a:gdLst>
                    <a:gd name="connsiteX0" fmla="*/ 68407 w 182706"/>
                    <a:gd name="connsiteY0" fmla="*/ 260639 h 379268"/>
                    <a:gd name="connsiteX1" fmla="*/ 68407 w 182706"/>
                    <a:gd name="connsiteY1" fmla="*/ 285750 h 379268"/>
                    <a:gd name="connsiteX2" fmla="*/ 90920 w 182706"/>
                    <a:gd name="connsiteY2" fmla="*/ 321252 h 379268"/>
                    <a:gd name="connsiteX3" fmla="*/ 110836 w 182706"/>
                    <a:gd name="connsiteY3" fmla="*/ 287482 h 379268"/>
                    <a:gd name="connsiteX4" fmla="*/ 66675 w 182706"/>
                    <a:gd name="connsiteY4" fmla="*/ 211282 h 379268"/>
                    <a:gd name="connsiteX5" fmla="*/ 3464 w 182706"/>
                    <a:gd name="connsiteY5" fmla="*/ 101311 h 379268"/>
                    <a:gd name="connsiteX6" fmla="*/ 90920 w 182706"/>
                    <a:gd name="connsiteY6" fmla="*/ 0 h 379268"/>
                    <a:gd name="connsiteX7" fmla="*/ 175779 w 182706"/>
                    <a:gd name="connsiteY7" fmla="*/ 92652 h 379268"/>
                    <a:gd name="connsiteX8" fmla="*/ 175779 w 182706"/>
                    <a:gd name="connsiteY8" fmla="*/ 113434 h 379268"/>
                    <a:gd name="connsiteX9" fmla="*/ 109104 w 182706"/>
                    <a:gd name="connsiteY9" fmla="*/ 113434 h 379268"/>
                    <a:gd name="connsiteX10" fmla="*/ 109104 w 182706"/>
                    <a:gd name="connsiteY10" fmla="*/ 91786 h 379268"/>
                    <a:gd name="connsiteX11" fmla="*/ 91786 w 182706"/>
                    <a:gd name="connsiteY11" fmla="*/ 58016 h 379268"/>
                    <a:gd name="connsiteX12" fmla="*/ 74468 w 182706"/>
                    <a:gd name="connsiteY12" fmla="*/ 90054 h 379268"/>
                    <a:gd name="connsiteX13" fmla="*/ 109104 w 182706"/>
                    <a:gd name="connsiteY13" fmla="*/ 147205 h 379268"/>
                    <a:gd name="connsiteX14" fmla="*/ 182707 w 182706"/>
                    <a:gd name="connsiteY14" fmla="*/ 274493 h 379268"/>
                    <a:gd name="connsiteX15" fmla="*/ 90055 w 182706"/>
                    <a:gd name="connsiteY15" fmla="*/ 379268 h 379268"/>
                    <a:gd name="connsiteX16" fmla="*/ 0 w 182706"/>
                    <a:gd name="connsiteY16" fmla="*/ 282286 h 379268"/>
                    <a:gd name="connsiteX17" fmla="*/ 0 w 182706"/>
                    <a:gd name="connsiteY17" fmla="*/ 260639 h 379268"/>
                    <a:gd name="connsiteX18" fmla="*/ 68407 w 182706"/>
                    <a:gd name="connsiteY18" fmla="*/ 260639 h 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706" h="379268">
                      <a:moveTo>
                        <a:pt x="68407" y="260639"/>
                      </a:moveTo>
                      <a:lnTo>
                        <a:pt x="68407" y="285750"/>
                      </a:lnTo>
                      <a:cubicBezTo>
                        <a:pt x="68407" y="309995"/>
                        <a:pt x="74468" y="321252"/>
                        <a:pt x="90920" y="321252"/>
                      </a:cubicBezTo>
                      <a:cubicBezTo>
                        <a:pt x="107373" y="321252"/>
                        <a:pt x="110836" y="304800"/>
                        <a:pt x="110836" y="287482"/>
                      </a:cubicBezTo>
                      <a:cubicBezTo>
                        <a:pt x="110836" y="252845"/>
                        <a:pt x="103909" y="242455"/>
                        <a:pt x="66675" y="211282"/>
                      </a:cubicBezTo>
                      <a:cubicBezTo>
                        <a:pt x="25111" y="175779"/>
                        <a:pt x="3464" y="154998"/>
                        <a:pt x="3464" y="101311"/>
                      </a:cubicBezTo>
                      <a:cubicBezTo>
                        <a:pt x="3464" y="48491"/>
                        <a:pt x="20782" y="0"/>
                        <a:pt x="90920" y="0"/>
                      </a:cubicBezTo>
                      <a:cubicBezTo>
                        <a:pt x="165388" y="0"/>
                        <a:pt x="175779" y="50223"/>
                        <a:pt x="175779" y="92652"/>
                      </a:cubicBezTo>
                      <a:lnTo>
                        <a:pt x="175779" y="113434"/>
                      </a:lnTo>
                      <a:lnTo>
                        <a:pt x="109104" y="113434"/>
                      </a:lnTo>
                      <a:lnTo>
                        <a:pt x="109104" y="91786"/>
                      </a:lnTo>
                      <a:cubicBezTo>
                        <a:pt x="109104" y="69273"/>
                        <a:pt x="105641" y="58016"/>
                        <a:pt x="91786" y="58016"/>
                      </a:cubicBezTo>
                      <a:cubicBezTo>
                        <a:pt x="78798" y="58016"/>
                        <a:pt x="74468" y="69273"/>
                        <a:pt x="74468" y="90054"/>
                      </a:cubicBezTo>
                      <a:cubicBezTo>
                        <a:pt x="74468" y="112568"/>
                        <a:pt x="78798" y="122959"/>
                        <a:pt x="109104" y="147205"/>
                      </a:cubicBezTo>
                      <a:cubicBezTo>
                        <a:pt x="163657" y="189634"/>
                        <a:pt x="182707" y="213880"/>
                        <a:pt x="182707" y="274493"/>
                      </a:cubicBezTo>
                      <a:cubicBezTo>
                        <a:pt x="182707" y="332509"/>
                        <a:pt x="162791" y="379268"/>
                        <a:pt x="90055" y="379268"/>
                      </a:cubicBezTo>
                      <a:cubicBezTo>
                        <a:pt x="19916" y="379268"/>
                        <a:pt x="0" y="336839"/>
                        <a:pt x="0" y="282286"/>
                      </a:cubicBezTo>
                      <a:lnTo>
                        <a:pt x="0" y="260639"/>
                      </a:lnTo>
                      <a:lnTo>
                        <a:pt x="68407" y="260639"/>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8" name="Freeform 367">
                  <a:extLst>
                    <a:ext uri="{FF2B5EF4-FFF2-40B4-BE49-F238E27FC236}">
                      <a16:creationId xmlns:a16="http://schemas.microsoft.com/office/drawing/2014/main" id="{4665E43D-F36B-AB6A-0C41-9C3871B5E6D2}"/>
                    </a:ext>
                  </a:extLst>
                </p:cNvPr>
                <p:cNvSpPr/>
                <p:nvPr/>
              </p:nvSpPr>
              <p:spPr>
                <a:xfrm>
                  <a:off x="8006757" y="3194581"/>
                  <a:ext cx="211281" cy="368011"/>
                </a:xfrm>
                <a:custGeom>
                  <a:avLst/>
                  <a:gdLst>
                    <a:gd name="connsiteX0" fmla="*/ 80530 w 211281"/>
                    <a:gd name="connsiteY0" fmla="*/ 280555 h 368011"/>
                    <a:gd name="connsiteX1" fmla="*/ 71871 w 211281"/>
                    <a:gd name="connsiteY1" fmla="*/ 368011 h 368011"/>
                    <a:gd name="connsiteX2" fmla="*/ 0 w 211281"/>
                    <a:gd name="connsiteY2" fmla="*/ 368011 h 368011"/>
                    <a:gd name="connsiteX3" fmla="*/ 51955 w 211281"/>
                    <a:gd name="connsiteY3" fmla="*/ 0 h 368011"/>
                    <a:gd name="connsiteX4" fmla="*/ 157596 w 211281"/>
                    <a:gd name="connsiteY4" fmla="*/ 0 h 368011"/>
                    <a:gd name="connsiteX5" fmla="*/ 211282 w 211281"/>
                    <a:gd name="connsiteY5" fmla="*/ 368011 h 368011"/>
                    <a:gd name="connsiteX6" fmla="*/ 137680 w 211281"/>
                    <a:gd name="connsiteY6" fmla="*/ 368011 h 368011"/>
                    <a:gd name="connsiteX7" fmla="*/ 127289 w 211281"/>
                    <a:gd name="connsiteY7" fmla="*/ 280555 h 368011"/>
                    <a:gd name="connsiteX8" fmla="*/ 80530 w 211281"/>
                    <a:gd name="connsiteY8" fmla="*/ 280555 h 368011"/>
                    <a:gd name="connsiteX9" fmla="*/ 120361 w 211281"/>
                    <a:gd name="connsiteY9" fmla="*/ 218209 h 368011"/>
                    <a:gd name="connsiteX10" fmla="*/ 103909 w 211281"/>
                    <a:gd name="connsiteY10" fmla="*/ 64077 h 368011"/>
                    <a:gd name="connsiteX11" fmla="*/ 101311 w 211281"/>
                    <a:gd name="connsiteY11" fmla="*/ 64077 h 368011"/>
                    <a:gd name="connsiteX12" fmla="*/ 86591 w 211281"/>
                    <a:gd name="connsiteY12" fmla="*/ 218209 h 368011"/>
                    <a:gd name="connsiteX13" fmla="*/ 120361 w 211281"/>
                    <a:gd name="connsiteY13" fmla="*/ 218209 h 36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281" h="368011">
                      <a:moveTo>
                        <a:pt x="80530" y="280555"/>
                      </a:moveTo>
                      <a:lnTo>
                        <a:pt x="71871" y="368011"/>
                      </a:lnTo>
                      <a:lnTo>
                        <a:pt x="0" y="368011"/>
                      </a:lnTo>
                      <a:lnTo>
                        <a:pt x="51955" y="0"/>
                      </a:lnTo>
                      <a:lnTo>
                        <a:pt x="157596" y="0"/>
                      </a:lnTo>
                      <a:lnTo>
                        <a:pt x="211282" y="368011"/>
                      </a:lnTo>
                      <a:lnTo>
                        <a:pt x="137680" y="368011"/>
                      </a:lnTo>
                      <a:lnTo>
                        <a:pt x="127289" y="280555"/>
                      </a:lnTo>
                      <a:lnTo>
                        <a:pt x="80530" y="280555"/>
                      </a:lnTo>
                      <a:close/>
                      <a:moveTo>
                        <a:pt x="120361" y="218209"/>
                      </a:moveTo>
                      <a:cubicBezTo>
                        <a:pt x="115166" y="171450"/>
                        <a:pt x="107373" y="99580"/>
                        <a:pt x="103909" y="64077"/>
                      </a:cubicBezTo>
                      <a:lnTo>
                        <a:pt x="101311" y="64077"/>
                      </a:lnTo>
                      <a:cubicBezTo>
                        <a:pt x="100446" y="90054"/>
                        <a:pt x="90920" y="172316"/>
                        <a:pt x="86591" y="218209"/>
                      </a:cubicBezTo>
                      <a:lnTo>
                        <a:pt x="120361" y="218209"/>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9" name="Freeform 368">
                  <a:extLst>
                    <a:ext uri="{FF2B5EF4-FFF2-40B4-BE49-F238E27FC236}">
                      <a16:creationId xmlns:a16="http://schemas.microsoft.com/office/drawing/2014/main" id="{53286B63-BCFD-266F-5EA5-F0369CD268EB}"/>
                    </a:ext>
                  </a:extLst>
                </p:cNvPr>
                <p:cNvSpPr/>
                <p:nvPr/>
              </p:nvSpPr>
              <p:spPr>
                <a:xfrm>
                  <a:off x="8242284" y="3194581"/>
                  <a:ext cx="159327" cy="368877"/>
                </a:xfrm>
                <a:custGeom>
                  <a:avLst/>
                  <a:gdLst>
                    <a:gd name="connsiteX0" fmla="*/ 0 w 159327"/>
                    <a:gd name="connsiteY0" fmla="*/ 0 h 368877"/>
                    <a:gd name="connsiteX1" fmla="*/ 71004 w 159327"/>
                    <a:gd name="connsiteY1" fmla="*/ 0 h 368877"/>
                    <a:gd name="connsiteX2" fmla="*/ 71004 w 159327"/>
                    <a:gd name="connsiteY2" fmla="*/ 306532 h 368877"/>
                    <a:gd name="connsiteX3" fmla="*/ 159327 w 159327"/>
                    <a:gd name="connsiteY3" fmla="*/ 306532 h 368877"/>
                    <a:gd name="connsiteX4" fmla="*/ 153266 w 159327"/>
                    <a:gd name="connsiteY4" fmla="*/ 368877 h 368877"/>
                    <a:gd name="connsiteX5" fmla="*/ 0 w 159327"/>
                    <a:gd name="connsiteY5" fmla="*/ 368877 h 368877"/>
                    <a:gd name="connsiteX6" fmla="*/ 0 w 159327"/>
                    <a:gd name="connsiteY6" fmla="*/ 0 h 368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27" h="368877">
                      <a:moveTo>
                        <a:pt x="0" y="0"/>
                      </a:moveTo>
                      <a:lnTo>
                        <a:pt x="71004" y="0"/>
                      </a:lnTo>
                      <a:lnTo>
                        <a:pt x="71004" y="306532"/>
                      </a:lnTo>
                      <a:lnTo>
                        <a:pt x="159327" y="306532"/>
                      </a:lnTo>
                      <a:lnTo>
                        <a:pt x="153266" y="368877"/>
                      </a:lnTo>
                      <a:lnTo>
                        <a:pt x="0" y="368877"/>
                      </a:lnTo>
                      <a:lnTo>
                        <a:pt x="0" y="0"/>
                      </a:lnTo>
                      <a:close/>
                    </a:path>
                  </a:pathLst>
                </a:custGeom>
                <a:grpFill/>
                <a:ln w="86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grpSp>
      <p:sp>
        <p:nvSpPr>
          <p:cNvPr id="5" name="Rectangle 4">
            <a:extLst>
              <a:ext uri="{FF2B5EF4-FFF2-40B4-BE49-F238E27FC236}">
                <a16:creationId xmlns:a16="http://schemas.microsoft.com/office/drawing/2014/main" id="{8468290C-1BFF-3A7F-F0D2-59B859D71380}"/>
              </a:ext>
            </a:extLst>
          </p:cNvPr>
          <p:cNvSpPr/>
          <p:nvPr/>
        </p:nvSpPr>
        <p:spPr>
          <a:xfrm>
            <a:off x="306917" y="1109022"/>
            <a:ext cx="7557010" cy="43798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graphicFrame>
        <p:nvGraphicFramePr>
          <p:cNvPr id="2" name="Diagram 1">
            <a:extLst>
              <a:ext uri="{FF2B5EF4-FFF2-40B4-BE49-F238E27FC236}">
                <a16:creationId xmlns:a16="http://schemas.microsoft.com/office/drawing/2014/main" id="{FEBDD97B-6B62-3AA8-EB5B-893B8FED8129}"/>
              </a:ext>
            </a:extLst>
          </p:cNvPr>
          <p:cNvGraphicFramePr/>
          <p:nvPr>
            <p:extLst>
              <p:ext uri="{D42A27DB-BD31-4B8C-83A1-F6EECF244321}">
                <p14:modId xmlns:p14="http://schemas.microsoft.com/office/powerpoint/2010/main" val="3658255971"/>
              </p:ext>
            </p:extLst>
          </p:nvPr>
        </p:nvGraphicFramePr>
        <p:xfrm>
          <a:off x="170929" y="992467"/>
          <a:ext cx="6176682" cy="51975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33441845"/>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C-IT-Project-Roadmap-Template_PowerPoint" id="{E0B00D7D-4A39-F94B-B626-1431173AFEFD}" vid="{70A50C9C-6E0F-054C-A285-DFEABD7B55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0ADFDD9-3B1A-42E2-949F-F4DE33E62DEF}">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IC-IT-Project-Roadmap-Template_PowerPoint</Template>
  <TotalTime>9954</TotalTime>
  <Words>551</Words>
  <Application>Microsoft Office PowerPoint</Application>
  <PresentationFormat>Widescreen</PresentationFormat>
  <Paragraphs>149</Paragraphs>
  <Slides>13</Slides>
  <Notes>10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13</vt:i4>
      </vt:variant>
    </vt:vector>
  </HeadingPairs>
  <TitlesOfParts>
    <vt:vector size="26" baseType="lpstr">
      <vt:lpstr>Arial</vt:lpstr>
      <vt:lpstr>Arimo</vt:lpstr>
      <vt:lpstr>Arimo Bold</vt:lpstr>
      <vt:lpstr>Calibri</vt:lpstr>
      <vt:lpstr>Calibri Light</vt:lpstr>
      <vt:lpstr>Century Gothic</vt:lpstr>
      <vt:lpstr>Courier</vt:lpstr>
      <vt:lpstr>Evolventa</vt:lpstr>
      <vt:lpstr>Evolventa Bold</vt:lpstr>
      <vt:lpstr>inherit</vt:lpstr>
      <vt:lpstr>Тема Office</vt:lpstr>
      <vt:lpstr>Office Theme</vt:lpstr>
      <vt:lpstr>1_Тема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Alexandra Ragazhinskaya</dc:creator>
  <cp:lastModifiedBy>Bhargav Sakilam</cp:lastModifiedBy>
  <cp:revision>153</cp:revision>
  <cp:lastPrinted>2025-01-08T14:51:34Z</cp:lastPrinted>
  <dcterms:created xsi:type="dcterms:W3CDTF">2021-07-07T23:54:57Z</dcterms:created>
  <dcterms:modified xsi:type="dcterms:W3CDTF">2025-05-22T13:54:16Z</dcterms:modified>
</cp:coreProperties>
</file>